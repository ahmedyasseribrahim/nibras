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7" r:id="rId2"/>
    <p:sldId id="279" r:id="rId3"/>
    <p:sldId id="280" r:id="rId4"/>
    <p:sldId id="260" r:id="rId5"/>
    <p:sldId id="261" r:id="rId6"/>
    <p:sldId id="262" r:id="rId7"/>
    <p:sldId id="263" r:id="rId8"/>
    <p:sldId id="278" r:id="rId9"/>
    <p:sldId id="264" r:id="rId10"/>
    <p:sldId id="276" r:id="rId11"/>
    <p:sldId id="277" r:id="rId12"/>
    <p:sldId id="269" r:id="rId13"/>
    <p:sldId id="268" r:id="rId14"/>
    <p:sldId id="267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embeddedFontLst>
    <p:embeddedFont>
      <p:font typeface="Manrope" pitchFamily="2" charset="0"/>
      <p:regular r:id="rId21"/>
      <p:bold r:id="rId22"/>
    </p:embeddedFont>
    <p:embeddedFont>
      <p:font typeface="Montserrat" pitchFamily="2" charset="0"/>
      <p:regular r:id="rId23"/>
      <p:bold r:id="rId24"/>
      <p:italic r:id="rId25"/>
      <p:boldItalic r:id="rId26"/>
    </p:embeddedFont>
    <p:embeddedFont>
      <p:font typeface="Poppins SemiBold" panose="00000700000000000000" pitchFamily="2" charset="0"/>
      <p:bold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4CB5D"/>
    <a:srgbClr val="433C84"/>
    <a:srgbClr val="440154"/>
    <a:srgbClr val="1E978A"/>
    <a:srgbClr val="45BF6F"/>
    <a:srgbClr val="472A79"/>
    <a:srgbClr val="2EB27C"/>
    <a:srgbClr val="46075A"/>
    <a:srgbClr val="46327E"/>
    <a:srgbClr val="2C73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7" autoAdjust="0"/>
    <p:restoredTop sz="95013" autoAdjust="0"/>
  </p:normalViewPr>
  <p:slideViewPr>
    <p:cSldViewPr snapToGrid="0" showGuides="1">
      <p:cViewPr>
        <p:scale>
          <a:sx n="100" d="100"/>
          <a:sy n="100" d="100"/>
        </p:scale>
        <p:origin x="-29" y="-2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6B36017-37D6-CCCE-7CD2-3E8D2B8E6E0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72537" y="3128925"/>
            <a:ext cx="1243972" cy="1243970"/>
          </a:xfrm>
          <a:custGeom>
            <a:avLst/>
            <a:gdLst>
              <a:gd name="connsiteX0" fmla="*/ 621986 w 1243972"/>
              <a:gd name="connsiteY0" fmla="*/ 0 h 1243970"/>
              <a:gd name="connsiteX1" fmla="*/ 1243972 w 1243972"/>
              <a:gd name="connsiteY1" fmla="*/ 621985 h 1243970"/>
              <a:gd name="connsiteX2" fmla="*/ 621986 w 1243972"/>
              <a:gd name="connsiteY2" fmla="*/ 1243970 h 1243970"/>
              <a:gd name="connsiteX3" fmla="*/ 0 w 1243972"/>
              <a:gd name="connsiteY3" fmla="*/ 621985 h 1243970"/>
              <a:gd name="connsiteX4" fmla="*/ 621986 w 1243972"/>
              <a:gd name="connsiteY4" fmla="*/ 0 h 124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3972" h="1243970">
                <a:moveTo>
                  <a:pt x="621986" y="0"/>
                </a:moveTo>
                <a:cubicBezTo>
                  <a:pt x="965499" y="0"/>
                  <a:pt x="1243972" y="278472"/>
                  <a:pt x="1243972" y="621985"/>
                </a:cubicBezTo>
                <a:cubicBezTo>
                  <a:pt x="1243972" y="965498"/>
                  <a:pt x="965499" y="1243970"/>
                  <a:pt x="621986" y="1243970"/>
                </a:cubicBezTo>
                <a:cubicBezTo>
                  <a:pt x="278473" y="1243970"/>
                  <a:pt x="0" y="965498"/>
                  <a:pt x="0" y="621985"/>
                </a:cubicBezTo>
                <a:cubicBezTo>
                  <a:pt x="0" y="278472"/>
                  <a:pt x="278473" y="0"/>
                  <a:pt x="621986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57E7B6AB-DCA5-0096-B935-32277C90DEE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627749" y="3128925"/>
            <a:ext cx="1243972" cy="1243970"/>
          </a:xfrm>
          <a:custGeom>
            <a:avLst/>
            <a:gdLst>
              <a:gd name="connsiteX0" fmla="*/ 621986 w 1243972"/>
              <a:gd name="connsiteY0" fmla="*/ 0 h 1243970"/>
              <a:gd name="connsiteX1" fmla="*/ 1243972 w 1243972"/>
              <a:gd name="connsiteY1" fmla="*/ 621985 h 1243970"/>
              <a:gd name="connsiteX2" fmla="*/ 621986 w 1243972"/>
              <a:gd name="connsiteY2" fmla="*/ 1243970 h 1243970"/>
              <a:gd name="connsiteX3" fmla="*/ 0 w 1243972"/>
              <a:gd name="connsiteY3" fmla="*/ 621985 h 1243970"/>
              <a:gd name="connsiteX4" fmla="*/ 621986 w 1243972"/>
              <a:gd name="connsiteY4" fmla="*/ 0 h 124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3972" h="1243970">
                <a:moveTo>
                  <a:pt x="621986" y="0"/>
                </a:moveTo>
                <a:cubicBezTo>
                  <a:pt x="965499" y="0"/>
                  <a:pt x="1243972" y="278472"/>
                  <a:pt x="1243972" y="621985"/>
                </a:cubicBezTo>
                <a:cubicBezTo>
                  <a:pt x="1243972" y="965498"/>
                  <a:pt x="965499" y="1243970"/>
                  <a:pt x="621986" y="1243970"/>
                </a:cubicBezTo>
                <a:cubicBezTo>
                  <a:pt x="278473" y="1243970"/>
                  <a:pt x="0" y="965498"/>
                  <a:pt x="0" y="621985"/>
                </a:cubicBezTo>
                <a:cubicBezTo>
                  <a:pt x="0" y="278472"/>
                  <a:pt x="278473" y="0"/>
                  <a:pt x="621986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E9FC8D0-28C1-B6F8-A36C-4423418876C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182959" y="3128925"/>
            <a:ext cx="1243972" cy="1243970"/>
          </a:xfrm>
          <a:custGeom>
            <a:avLst/>
            <a:gdLst>
              <a:gd name="connsiteX0" fmla="*/ 621986 w 1243972"/>
              <a:gd name="connsiteY0" fmla="*/ 0 h 1243970"/>
              <a:gd name="connsiteX1" fmla="*/ 1243972 w 1243972"/>
              <a:gd name="connsiteY1" fmla="*/ 621985 h 1243970"/>
              <a:gd name="connsiteX2" fmla="*/ 621986 w 1243972"/>
              <a:gd name="connsiteY2" fmla="*/ 1243970 h 1243970"/>
              <a:gd name="connsiteX3" fmla="*/ 0 w 1243972"/>
              <a:gd name="connsiteY3" fmla="*/ 621985 h 1243970"/>
              <a:gd name="connsiteX4" fmla="*/ 621986 w 1243972"/>
              <a:gd name="connsiteY4" fmla="*/ 0 h 1243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3972" h="1243970">
                <a:moveTo>
                  <a:pt x="621986" y="0"/>
                </a:moveTo>
                <a:cubicBezTo>
                  <a:pt x="965499" y="0"/>
                  <a:pt x="1243972" y="278472"/>
                  <a:pt x="1243972" y="621985"/>
                </a:cubicBezTo>
                <a:cubicBezTo>
                  <a:pt x="1243972" y="965498"/>
                  <a:pt x="965499" y="1243970"/>
                  <a:pt x="621986" y="1243970"/>
                </a:cubicBezTo>
                <a:cubicBezTo>
                  <a:pt x="278473" y="1243970"/>
                  <a:pt x="0" y="965498"/>
                  <a:pt x="0" y="621985"/>
                </a:cubicBezTo>
                <a:cubicBezTo>
                  <a:pt x="0" y="278472"/>
                  <a:pt x="278473" y="0"/>
                  <a:pt x="621986" y="0"/>
                </a:cubicBezTo>
                <a:close/>
              </a:path>
            </a:pathLst>
          </a:custGeom>
          <a:pattFill prst="pct20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512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59800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4388A3-6A36-EAF0-BA61-4B6F84D9D9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6074" r="6250" b="6074"/>
          <a:stretch>
            <a:fillRect/>
          </a:stretch>
        </p:blipFill>
        <p:spPr>
          <a:xfrm>
            <a:off x="11209867" y="208280"/>
            <a:ext cx="740833" cy="740833"/>
          </a:xfrm>
          <a:prstGeom prst="ellipse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5C28F7C-A427-A187-4B49-76AD8664A2AA}"/>
              </a:ext>
            </a:extLst>
          </p:cNvPr>
          <p:cNvSpPr txBox="1"/>
          <p:nvPr userDrawn="1"/>
        </p:nvSpPr>
        <p:spPr>
          <a:xfrm>
            <a:off x="219129" y="6299228"/>
            <a:ext cx="2073644" cy="25391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Manrope" pitchFamily="2" charset="0"/>
              </a:rPr>
              <a:t>© 2025. All Rights Reserved.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AB0048-46D0-56A1-4D7C-0BB50D5A071D}"/>
              </a:ext>
            </a:extLst>
          </p:cNvPr>
          <p:cNvGrpSpPr/>
          <p:nvPr userDrawn="1"/>
        </p:nvGrpSpPr>
        <p:grpSpPr>
          <a:xfrm>
            <a:off x="2535869" y="6319913"/>
            <a:ext cx="208978" cy="208880"/>
            <a:chOff x="4068453" y="6366589"/>
            <a:chExt cx="152957" cy="152886"/>
          </a:xfrm>
          <a:effectLst>
            <a:outerShdw blurRad="50800" dist="38100" dir="5400000" algn="t" rotWithShape="0">
              <a:prstClr val="black">
                <a:alpha val="8000"/>
              </a:prstClr>
            </a:outerShdw>
          </a:effectLst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C549544-5CB3-DA58-0912-C95C8F617E63}"/>
                </a:ext>
              </a:extLst>
            </p:cNvPr>
            <p:cNvSpPr/>
            <p:nvPr/>
          </p:nvSpPr>
          <p:spPr>
            <a:xfrm>
              <a:off x="4068453" y="6366589"/>
              <a:ext cx="152957" cy="152886"/>
            </a:xfrm>
            <a:prstGeom prst="ellipse">
              <a:avLst/>
            </a:prstGeom>
            <a:solidFill>
              <a:schemeClr val="accent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Graphic 136">
              <a:extLst>
                <a:ext uri="{FF2B5EF4-FFF2-40B4-BE49-F238E27FC236}">
                  <a16:creationId xmlns:a16="http://schemas.microsoft.com/office/drawing/2014/main" id="{D092988E-08D6-2EE7-89AF-E12268AF2664}"/>
                </a:ext>
              </a:extLst>
            </p:cNvPr>
            <p:cNvSpPr/>
            <p:nvPr/>
          </p:nvSpPr>
          <p:spPr>
            <a:xfrm>
              <a:off x="4108305" y="6409026"/>
              <a:ext cx="73252" cy="68012"/>
            </a:xfrm>
            <a:custGeom>
              <a:avLst/>
              <a:gdLst>
                <a:gd name="connsiteX0" fmla="*/ 674954 w 689230"/>
                <a:gd name="connsiteY0" fmla="*/ 297597 h 639939"/>
                <a:gd name="connsiteX1" fmla="*/ 34969 w 689230"/>
                <a:gd name="connsiteY1" fmla="*/ 2219 h 639939"/>
                <a:gd name="connsiteX2" fmla="*/ 5530 w 689230"/>
                <a:gd name="connsiteY2" fmla="*/ 9111 h 639939"/>
                <a:gd name="connsiteX3" fmla="*/ 4939 w 689230"/>
                <a:gd name="connsiteY3" fmla="*/ 39338 h 639939"/>
                <a:gd name="connsiteX4" fmla="*/ 215396 w 689230"/>
                <a:gd name="connsiteY4" fmla="*/ 319947 h 639939"/>
                <a:gd name="connsiteX5" fmla="*/ 4939 w 689230"/>
                <a:gd name="connsiteY5" fmla="*/ 600556 h 639939"/>
                <a:gd name="connsiteX6" fmla="*/ 5481 w 689230"/>
                <a:gd name="connsiteY6" fmla="*/ 630783 h 639939"/>
                <a:gd name="connsiteX7" fmla="*/ 24631 w 689230"/>
                <a:gd name="connsiteY7" fmla="*/ 639939 h 639939"/>
                <a:gd name="connsiteX8" fmla="*/ 34920 w 689230"/>
                <a:gd name="connsiteY8" fmla="*/ 637675 h 639939"/>
                <a:gd name="connsiteX9" fmla="*/ 674905 w 689230"/>
                <a:gd name="connsiteY9" fmla="*/ 342297 h 639939"/>
                <a:gd name="connsiteX10" fmla="*/ 689231 w 689230"/>
                <a:gd name="connsiteY10" fmla="*/ 319947 h 639939"/>
                <a:gd name="connsiteX11" fmla="*/ 674954 w 689230"/>
                <a:gd name="connsiteY11" fmla="*/ 297597 h 63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9230" h="639939">
                  <a:moveTo>
                    <a:pt x="674954" y="297597"/>
                  </a:moveTo>
                  <a:lnTo>
                    <a:pt x="34969" y="2219"/>
                  </a:lnTo>
                  <a:cubicBezTo>
                    <a:pt x="24779" y="-2408"/>
                    <a:pt x="12619" y="349"/>
                    <a:pt x="5530" y="9111"/>
                  </a:cubicBezTo>
                  <a:cubicBezTo>
                    <a:pt x="-1608" y="17874"/>
                    <a:pt x="-1854" y="30329"/>
                    <a:pt x="4939" y="39338"/>
                  </a:cubicBezTo>
                  <a:lnTo>
                    <a:pt x="215396" y="319947"/>
                  </a:lnTo>
                  <a:lnTo>
                    <a:pt x="4939" y="600556"/>
                  </a:lnTo>
                  <a:cubicBezTo>
                    <a:pt x="-1854" y="609565"/>
                    <a:pt x="-1608" y="622069"/>
                    <a:pt x="5481" y="630783"/>
                  </a:cubicBezTo>
                  <a:cubicBezTo>
                    <a:pt x="10256" y="636739"/>
                    <a:pt x="17395" y="639939"/>
                    <a:pt x="24631" y="639939"/>
                  </a:cubicBezTo>
                  <a:cubicBezTo>
                    <a:pt x="28127" y="639939"/>
                    <a:pt x="31622" y="639201"/>
                    <a:pt x="34920" y="637675"/>
                  </a:cubicBezTo>
                  <a:lnTo>
                    <a:pt x="674905" y="342297"/>
                  </a:lnTo>
                  <a:cubicBezTo>
                    <a:pt x="683668" y="338260"/>
                    <a:pt x="689231" y="329547"/>
                    <a:pt x="689231" y="319947"/>
                  </a:cubicBezTo>
                  <a:cubicBezTo>
                    <a:pt x="689231" y="310347"/>
                    <a:pt x="683668" y="301634"/>
                    <a:pt x="674954" y="297597"/>
                  </a:cubicBezTo>
                  <a:close/>
                </a:path>
              </a:pathLst>
            </a:custGeom>
            <a:solidFill>
              <a:schemeClr val="accent3"/>
            </a:solidFill>
            <a:ln w="1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D809095-0AFB-2FE1-40A2-FE9A6E6B1FCC}"/>
              </a:ext>
            </a:extLst>
          </p:cNvPr>
          <p:cNvGrpSpPr/>
          <p:nvPr userDrawn="1"/>
        </p:nvGrpSpPr>
        <p:grpSpPr>
          <a:xfrm flipH="1">
            <a:off x="2226893" y="6319913"/>
            <a:ext cx="208978" cy="208880"/>
            <a:chOff x="4068453" y="6366589"/>
            <a:chExt cx="152957" cy="152886"/>
          </a:xfrm>
          <a:effectLst>
            <a:outerShdw blurRad="50800" dist="38100" dir="5400000" algn="t" rotWithShape="0">
              <a:prstClr val="black">
                <a:alpha val="8000"/>
              </a:prstClr>
            </a:outerShdw>
          </a:effectLst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00A8C072-0C80-D4C9-AE97-05904D411DEB}"/>
                </a:ext>
              </a:extLst>
            </p:cNvPr>
            <p:cNvSpPr/>
            <p:nvPr/>
          </p:nvSpPr>
          <p:spPr>
            <a:xfrm>
              <a:off x="4068453" y="6366589"/>
              <a:ext cx="152957" cy="152886"/>
            </a:xfrm>
            <a:prstGeom prst="ellipse">
              <a:avLst/>
            </a:prstGeom>
            <a:solidFill>
              <a:schemeClr val="bg1"/>
            </a:solidFill>
            <a:ln w="31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Graphic 136">
              <a:extLst>
                <a:ext uri="{FF2B5EF4-FFF2-40B4-BE49-F238E27FC236}">
                  <a16:creationId xmlns:a16="http://schemas.microsoft.com/office/drawing/2014/main" id="{D26137F8-ECAC-3CEF-A4BE-2B7685B89FAC}"/>
                </a:ext>
              </a:extLst>
            </p:cNvPr>
            <p:cNvSpPr/>
            <p:nvPr/>
          </p:nvSpPr>
          <p:spPr>
            <a:xfrm>
              <a:off x="4108305" y="6409026"/>
              <a:ext cx="73252" cy="68012"/>
            </a:xfrm>
            <a:custGeom>
              <a:avLst/>
              <a:gdLst>
                <a:gd name="connsiteX0" fmla="*/ 674954 w 689230"/>
                <a:gd name="connsiteY0" fmla="*/ 297597 h 639939"/>
                <a:gd name="connsiteX1" fmla="*/ 34969 w 689230"/>
                <a:gd name="connsiteY1" fmla="*/ 2219 h 639939"/>
                <a:gd name="connsiteX2" fmla="*/ 5530 w 689230"/>
                <a:gd name="connsiteY2" fmla="*/ 9111 h 639939"/>
                <a:gd name="connsiteX3" fmla="*/ 4939 w 689230"/>
                <a:gd name="connsiteY3" fmla="*/ 39338 h 639939"/>
                <a:gd name="connsiteX4" fmla="*/ 215396 w 689230"/>
                <a:gd name="connsiteY4" fmla="*/ 319947 h 639939"/>
                <a:gd name="connsiteX5" fmla="*/ 4939 w 689230"/>
                <a:gd name="connsiteY5" fmla="*/ 600556 h 639939"/>
                <a:gd name="connsiteX6" fmla="*/ 5481 w 689230"/>
                <a:gd name="connsiteY6" fmla="*/ 630783 h 639939"/>
                <a:gd name="connsiteX7" fmla="*/ 24631 w 689230"/>
                <a:gd name="connsiteY7" fmla="*/ 639939 h 639939"/>
                <a:gd name="connsiteX8" fmla="*/ 34920 w 689230"/>
                <a:gd name="connsiteY8" fmla="*/ 637675 h 639939"/>
                <a:gd name="connsiteX9" fmla="*/ 674905 w 689230"/>
                <a:gd name="connsiteY9" fmla="*/ 342297 h 639939"/>
                <a:gd name="connsiteX10" fmla="*/ 689231 w 689230"/>
                <a:gd name="connsiteY10" fmla="*/ 319947 h 639939"/>
                <a:gd name="connsiteX11" fmla="*/ 674954 w 689230"/>
                <a:gd name="connsiteY11" fmla="*/ 297597 h 639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89230" h="639939">
                  <a:moveTo>
                    <a:pt x="674954" y="297597"/>
                  </a:moveTo>
                  <a:lnTo>
                    <a:pt x="34969" y="2219"/>
                  </a:lnTo>
                  <a:cubicBezTo>
                    <a:pt x="24779" y="-2408"/>
                    <a:pt x="12619" y="349"/>
                    <a:pt x="5530" y="9111"/>
                  </a:cubicBezTo>
                  <a:cubicBezTo>
                    <a:pt x="-1608" y="17874"/>
                    <a:pt x="-1854" y="30329"/>
                    <a:pt x="4939" y="39338"/>
                  </a:cubicBezTo>
                  <a:lnTo>
                    <a:pt x="215396" y="319947"/>
                  </a:lnTo>
                  <a:lnTo>
                    <a:pt x="4939" y="600556"/>
                  </a:lnTo>
                  <a:cubicBezTo>
                    <a:pt x="-1854" y="609565"/>
                    <a:pt x="-1608" y="622069"/>
                    <a:pt x="5481" y="630783"/>
                  </a:cubicBezTo>
                  <a:cubicBezTo>
                    <a:pt x="10256" y="636739"/>
                    <a:pt x="17395" y="639939"/>
                    <a:pt x="24631" y="639939"/>
                  </a:cubicBezTo>
                  <a:cubicBezTo>
                    <a:pt x="28127" y="639939"/>
                    <a:pt x="31622" y="639201"/>
                    <a:pt x="34920" y="637675"/>
                  </a:cubicBezTo>
                  <a:lnTo>
                    <a:pt x="674905" y="342297"/>
                  </a:lnTo>
                  <a:cubicBezTo>
                    <a:pt x="683668" y="338260"/>
                    <a:pt x="689231" y="329547"/>
                    <a:pt x="689231" y="319947"/>
                  </a:cubicBezTo>
                  <a:cubicBezTo>
                    <a:pt x="689231" y="310347"/>
                    <a:pt x="683668" y="301634"/>
                    <a:pt x="674954" y="297597"/>
                  </a:cubicBezTo>
                  <a:close/>
                </a:path>
              </a:pathLst>
            </a:custGeom>
            <a:solidFill>
              <a:schemeClr val="accent2"/>
            </a:solidFill>
            <a:ln w="15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1F9BEB5-EEF6-7373-52B0-54657845F599}"/>
              </a:ext>
            </a:extLst>
          </p:cNvPr>
          <p:cNvCxnSpPr>
            <a:cxnSpLocks/>
          </p:cNvCxnSpPr>
          <p:nvPr userDrawn="1"/>
        </p:nvCxnSpPr>
        <p:spPr>
          <a:xfrm>
            <a:off x="2956560" y="6424354"/>
            <a:ext cx="5337435" cy="0"/>
          </a:xfrm>
          <a:prstGeom prst="line">
            <a:avLst/>
          </a:prstGeom>
          <a:ln cap="rnd">
            <a:solidFill>
              <a:schemeClr val="accent3"/>
            </a:solidFill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6589721-97B6-34D0-8BC7-690633248E64}"/>
              </a:ext>
            </a:extLst>
          </p:cNvPr>
          <p:cNvSpPr/>
          <p:nvPr userDrawn="1"/>
        </p:nvSpPr>
        <p:spPr>
          <a:xfrm>
            <a:off x="8251371" y="5977906"/>
            <a:ext cx="3372939" cy="845786"/>
          </a:xfrm>
          <a:custGeom>
            <a:avLst/>
            <a:gdLst>
              <a:gd name="connsiteX0" fmla="*/ 2648165 w 3372939"/>
              <a:gd name="connsiteY0" fmla="*/ 2 h 845786"/>
              <a:gd name="connsiteX1" fmla="*/ 2655146 w 3372939"/>
              <a:gd name="connsiteY1" fmla="*/ 6619 h 845786"/>
              <a:gd name="connsiteX2" fmla="*/ 2723495 w 3372939"/>
              <a:gd name="connsiteY2" fmla="*/ 771620 h 845786"/>
              <a:gd name="connsiteX3" fmla="*/ 2785082 w 3372939"/>
              <a:gd name="connsiteY3" fmla="*/ 295139 h 845786"/>
              <a:gd name="connsiteX4" fmla="*/ 2792281 w 3372939"/>
              <a:gd name="connsiteY4" fmla="*/ 288813 h 845786"/>
              <a:gd name="connsiteX5" fmla="*/ 2799479 w 3372939"/>
              <a:gd name="connsiteY5" fmla="*/ 295212 h 845786"/>
              <a:gd name="connsiteX6" fmla="*/ 2831763 w 3372939"/>
              <a:gd name="connsiteY6" fmla="*/ 557120 h 845786"/>
              <a:gd name="connsiteX7" fmla="*/ 2878007 w 3372939"/>
              <a:gd name="connsiteY7" fmla="*/ 368650 h 845786"/>
              <a:gd name="connsiteX8" fmla="*/ 2885352 w 3372939"/>
              <a:gd name="connsiteY8" fmla="*/ 363125 h 845786"/>
              <a:gd name="connsiteX9" fmla="*/ 2892260 w 3372939"/>
              <a:gd name="connsiteY9" fmla="*/ 369160 h 845786"/>
              <a:gd name="connsiteX10" fmla="*/ 2914437 w 3372939"/>
              <a:gd name="connsiteY10" fmla="*/ 499896 h 845786"/>
              <a:gd name="connsiteX11" fmla="*/ 2935887 w 3372939"/>
              <a:gd name="connsiteY11" fmla="*/ 430165 h 845786"/>
              <a:gd name="connsiteX12" fmla="*/ 2942067 w 3372939"/>
              <a:gd name="connsiteY12" fmla="*/ 425075 h 845786"/>
              <a:gd name="connsiteX13" fmla="*/ 2949193 w 3372939"/>
              <a:gd name="connsiteY13" fmla="*/ 428783 h 845786"/>
              <a:gd name="connsiteX14" fmla="*/ 2978059 w 3372939"/>
              <a:gd name="connsiteY14" fmla="*/ 480845 h 845786"/>
              <a:gd name="connsiteX15" fmla="*/ 3002417 w 3372939"/>
              <a:gd name="connsiteY15" fmla="*/ 445217 h 845786"/>
              <a:gd name="connsiteX16" fmla="*/ 3008453 w 3372939"/>
              <a:gd name="connsiteY16" fmla="*/ 442090 h 845786"/>
              <a:gd name="connsiteX17" fmla="*/ 3372939 w 3372939"/>
              <a:gd name="connsiteY17" fmla="*/ 442090 h 845786"/>
              <a:gd name="connsiteX18" fmla="*/ 3372939 w 3372939"/>
              <a:gd name="connsiteY18" fmla="*/ 456632 h 845786"/>
              <a:gd name="connsiteX19" fmla="*/ 3012088 w 3372939"/>
              <a:gd name="connsiteY19" fmla="*/ 456632 h 845786"/>
              <a:gd name="connsiteX20" fmla="*/ 2983222 w 3372939"/>
              <a:gd name="connsiteY20" fmla="*/ 498805 h 845786"/>
              <a:gd name="connsiteX21" fmla="*/ 2976895 w 3372939"/>
              <a:gd name="connsiteY21" fmla="*/ 501932 h 845786"/>
              <a:gd name="connsiteX22" fmla="*/ 2970861 w 3372939"/>
              <a:gd name="connsiteY22" fmla="*/ 498223 h 845786"/>
              <a:gd name="connsiteX23" fmla="*/ 2944611 w 3372939"/>
              <a:gd name="connsiteY23" fmla="*/ 450815 h 845786"/>
              <a:gd name="connsiteX24" fmla="*/ 2919235 w 3372939"/>
              <a:gd name="connsiteY24" fmla="*/ 533488 h 845786"/>
              <a:gd name="connsiteX25" fmla="*/ 2911818 w 3372939"/>
              <a:gd name="connsiteY25" fmla="*/ 538579 h 845786"/>
              <a:gd name="connsiteX26" fmla="*/ 2905129 w 3372939"/>
              <a:gd name="connsiteY26" fmla="*/ 532543 h 845786"/>
              <a:gd name="connsiteX27" fmla="*/ 2883679 w 3372939"/>
              <a:gd name="connsiteY27" fmla="*/ 406243 h 845786"/>
              <a:gd name="connsiteX28" fmla="*/ 2836344 w 3372939"/>
              <a:gd name="connsiteY28" fmla="*/ 599075 h 845786"/>
              <a:gd name="connsiteX29" fmla="*/ 2828854 w 3372939"/>
              <a:gd name="connsiteY29" fmla="*/ 604601 h 845786"/>
              <a:gd name="connsiteX30" fmla="*/ 2822092 w 3372939"/>
              <a:gd name="connsiteY30" fmla="*/ 598202 h 845786"/>
              <a:gd name="connsiteX31" fmla="*/ 2791990 w 3372939"/>
              <a:gd name="connsiteY31" fmla="*/ 354181 h 845786"/>
              <a:gd name="connsiteX32" fmla="*/ 2729239 w 3372939"/>
              <a:gd name="connsiteY32" fmla="*/ 839606 h 845786"/>
              <a:gd name="connsiteX33" fmla="*/ 2721968 w 3372939"/>
              <a:gd name="connsiteY33" fmla="*/ 845786 h 845786"/>
              <a:gd name="connsiteX34" fmla="*/ 2721823 w 3372939"/>
              <a:gd name="connsiteY34" fmla="*/ 845786 h 845786"/>
              <a:gd name="connsiteX35" fmla="*/ 2714697 w 3372939"/>
              <a:gd name="connsiteY35" fmla="*/ 839169 h 845786"/>
              <a:gd name="connsiteX36" fmla="*/ 2645621 w 3372939"/>
              <a:gd name="connsiteY36" fmla="*/ 66097 h 845786"/>
              <a:gd name="connsiteX37" fmla="*/ 2558948 w 3372939"/>
              <a:gd name="connsiteY37" fmla="*/ 608673 h 845786"/>
              <a:gd name="connsiteX38" fmla="*/ 2551750 w 3372939"/>
              <a:gd name="connsiteY38" fmla="*/ 614781 h 845786"/>
              <a:gd name="connsiteX39" fmla="*/ 2551677 w 3372939"/>
              <a:gd name="connsiteY39" fmla="*/ 614781 h 845786"/>
              <a:gd name="connsiteX40" fmla="*/ 2544551 w 3372939"/>
              <a:gd name="connsiteY40" fmla="*/ 608527 h 845786"/>
              <a:gd name="connsiteX41" fmla="*/ 2512412 w 3372939"/>
              <a:gd name="connsiteY41" fmla="*/ 387483 h 845786"/>
              <a:gd name="connsiteX42" fmla="*/ 2483619 w 3372939"/>
              <a:gd name="connsiteY42" fmla="*/ 552975 h 845786"/>
              <a:gd name="connsiteX43" fmla="*/ 2476421 w 3372939"/>
              <a:gd name="connsiteY43" fmla="*/ 559010 h 845786"/>
              <a:gd name="connsiteX44" fmla="*/ 2469294 w 3372939"/>
              <a:gd name="connsiteY44" fmla="*/ 552975 h 845786"/>
              <a:gd name="connsiteX45" fmla="*/ 2444281 w 3372939"/>
              <a:gd name="connsiteY45" fmla="*/ 405589 h 845786"/>
              <a:gd name="connsiteX46" fmla="*/ 2416579 w 3372939"/>
              <a:gd name="connsiteY46" fmla="*/ 452851 h 845786"/>
              <a:gd name="connsiteX47" fmla="*/ 2410325 w 3372939"/>
              <a:gd name="connsiteY47" fmla="*/ 456414 h 845786"/>
              <a:gd name="connsiteX48" fmla="*/ 7271 w 3372939"/>
              <a:gd name="connsiteY48" fmla="*/ 456414 h 845786"/>
              <a:gd name="connsiteX49" fmla="*/ 0 w 3372939"/>
              <a:gd name="connsiteY49" fmla="*/ 449143 h 845786"/>
              <a:gd name="connsiteX50" fmla="*/ 7271 w 3372939"/>
              <a:gd name="connsiteY50" fmla="*/ 441871 h 845786"/>
              <a:gd name="connsiteX51" fmla="*/ 2406253 w 3372939"/>
              <a:gd name="connsiteY51" fmla="*/ 441871 h 845786"/>
              <a:gd name="connsiteX52" fmla="*/ 2441955 w 3372939"/>
              <a:gd name="connsiteY52" fmla="*/ 381012 h 845786"/>
              <a:gd name="connsiteX53" fmla="*/ 2449517 w 3372939"/>
              <a:gd name="connsiteY53" fmla="*/ 377522 h 845786"/>
              <a:gd name="connsiteX54" fmla="*/ 2455406 w 3372939"/>
              <a:gd name="connsiteY54" fmla="*/ 383484 h 845786"/>
              <a:gd name="connsiteX55" fmla="*/ 2476711 w 3372939"/>
              <a:gd name="connsiteY55" fmla="*/ 508839 h 845786"/>
              <a:gd name="connsiteX56" fmla="*/ 2506087 w 3372939"/>
              <a:gd name="connsiteY56" fmla="*/ 340147 h 845786"/>
              <a:gd name="connsiteX57" fmla="*/ 2513285 w 3372939"/>
              <a:gd name="connsiteY57" fmla="*/ 334113 h 845786"/>
              <a:gd name="connsiteX58" fmla="*/ 2513358 w 3372939"/>
              <a:gd name="connsiteY58" fmla="*/ 334113 h 845786"/>
              <a:gd name="connsiteX59" fmla="*/ 2520483 w 3372939"/>
              <a:gd name="connsiteY59" fmla="*/ 340366 h 845786"/>
              <a:gd name="connsiteX60" fmla="*/ 2552332 w 3372939"/>
              <a:gd name="connsiteY60" fmla="*/ 559301 h 845786"/>
              <a:gd name="connsiteX61" fmla="*/ 2640749 w 3372939"/>
              <a:gd name="connsiteY61" fmla="*/ 6110 h 845786"/>
              <a:gd name="connsiteX62" fmla="*/ 2648165 w 3372939"/>
              <a:gd name="connsiteY62" fmla="*/ 2 h 84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372939" h="845786">
                <a:moveTo>
                  <a:pt x="2648165" y="2"/>
                </a:moveTo>
                <a:cubicBezTo>
                  <a:pt x="2651801" y="148"/>
                  <a:pt x="2654855" y="2983"/>
                  <a:pt x="2655146" y="6619"/>
                </a:cubicBezTo>
                <a:lnTo>
                  <a:pt x="2723495" y="771620"/>
                </a:lnTo>
                <a:lnTo>
                  <a:pt x="2785082" y="295139"/>
                </a:lnTo>
                <a:cubicBezTo>
                  <a:pt x="2785518" y="291503"/>
                  <a:pt x="2788645" y="288813"/>
                  <a:pt x="2792281" y="288813"/>
                </a:cubicBezTo>
                <a:cubicBezTo>
                  <a:pt x="2795916" y="288813"/>
                  <a:pt x="2799043" y="291577"/>
                  <a:pt x="2799479" y="295212"/>
                </a:cubicBezTo>
                <a:lnTo>
                  <a:pt x="2831763" y="557120"/>
                </a:lnTo>
                <a:lnTo>
                  <a:pt x="2878007" y="368650"/>
                </a:lnTo>
                <a:cubicBezTo>
                  <a:pt x="2878807" y="365306"/>
                  <a:pt x="2881934" y="362979"/>
                  <a:pt x="2885352" y="363125"/>
                </a:cubicBezTo>
                <a:cubicBezTo>
                  <a:pt x="2888769" y="363270"/>
                  <a:pt x="2891677" y="365743"/>
                  <a:pt x="2892260" y="369160"/>
                </a:cubicBezTo>
                <a:lnTo>
                  <a:pt x="2914437" y="499896"/>
                </a:lnTo>
                <a:lnTo>
                  <a:pt x="2935887" y="430165"/>
                </a:lnTo>
                <a:cubicBezTo>
                  <a:pt x="2936759" y="427402"/>
                  <a:pt x="2939159" y="425366"/>
                  <a:pt x="2942067" y="425075"/>
                </a:cubicBezTo>
                <a:cubicBezTo>
                  <a:pt x="2944902" y="424785"/>
                  <a:pt x="2947738" y="426238"/>
                  <a:pt x="2949193" y="428783"/>
                </a:cubicBezTo>
                <a:lnTo>
                  <a:pt x="2978059" y="480845"/>
                </a:lnTo>
                <a:lnTo>
                  <a:pt x="3002417" y="445217"/>
                </a:lnTo>
                <a:cubicBezTo>
                  <a:pt x="3003799" y="443253"/>
                  <a:pt x="3006053" y="442090"/>
                  <a:pt x="3008453" y="442090"/>
                </a:cubicBezTo>
                <a:lnTo>
                  <a:pt x="3372939" y="442090"/>
                </a:lnTo>
                <a:lnTo>
                  <a:pt x="3372939" y="456632"/>
                </a:lnTo>
                <a:lnTo>
                  <a:pt x="3012088" y="456632"/>
                </a:lnTo>
                <a:lnTo>
                  <a:pt x="2983222" y="498805"/>
                </a:lnTo>
                <a:cubicBezTo>
                  <a:pt x="2981767" y="500914"/>
                  <a:pt x="2979441" y="502004"/>
                  <a:pt x="2976895" y="501932"/>
                </a:cubicBezTo>
                <a:cubicBezTo>
                  <a:pt x="2974351" y="501786"/>
                  <a:pt x="2972097" y="500404"/>
                  <a:pt x="2970861" y="498223"/>
                </a:cubicBezTo>
                <a:lnTo>
                  <a:pt x="2944611" y="450815"/>
                </a:lnTo>
                <a:lnTo>
                  <a:pt x="2919235" y="533488"/>
                </a:lnTo>
                <a:cubicBezTo>
                  <a:pt x="2918218" y="536688"/>
                  <a:pt x="2915236" y="538869"/>
                  <a:pt x="2911818" y="538579"/>
                </a:cubicBezTo>
                <a:cubicBezTo>
                  <a:pt x="2908474" y="538360"/>
                  <a:pt x="2905711" y="535888"/>
                  <a:pt x="2905129" y="532543"/>
                </a:cubicBezTo>
                <a:lnTo>
                  <a:pt x="2883679" y="406243"/>
                </a:lnTo>
                <a:lnTo>
                  <a:pt x="2836344" y="599075"/>
                </a:lnTo>
                <a:cubicBezTo>
                  <a:pt x="2835471" y="602493"/>
                  <a:pt x="2832418" y="604819"/>
                  <a:pt x="2828854" y="604601"/>
                </a:cubicBezTo>
                <a:cubicBezTo>
                  <a:pt x="2825364" y="604383"/>
                  <a:pt x="2822529" y="601692"/>
                  <a:pt x="2822092" y="598202"/>
                </a:cubicBezTo>
                <a:lnTo>
                  <a:pt x="2791990" y="354181"/>
                </a:lnTo>
                <a:lnTo>
                  <a:pt x="2729239" y="839606"/>
                </a:lnTo>
                <a:cubicBezTo>
                  <a:pt x="2728730" y="843096"/>
                  <a:pt x="2725603" y="845786"/>
                  <a:pt x="2721968" y="845786"/>
                </a:cubicBezTo>
                <a:cubicBezTo>
                  <a:pt x="2721896" y="845786"/>
                  <a:pt x="2721896" y="845786"/>
                  <a:pt x="2721823" y="845786"/>
                </a:cubicBezTo>
                <a:cubicBezTo>
                  <a:pt x="2718115" y="845713"/>
                  <a:pt x="2715061" y="842878"/>
                  <a:pt x="2714697" y="839169"/>
                </a:cubicBezTo>
                <a:lnTo>
                  <a:pt x="2645621" y="66097"/>
                </a:lnTo>
                <a:lnTo>
                  <a:pt x="2558948" y="608673"/>
                </a:lnTo>
                <a:cubicBezTo>
                  <a:pt x="2558366" y="612236"/>
                  <a:pt x="2555313" y="614781"/>
                  <a:pt x="2551750" y="614781"/>
                </a:cubicBezTo>
                <a:cubicBezTo>
                  <a:pt x="2551750" y="614781"/>
                  <a:pt x="2551750" y="614781"/>
                  <a:pt x="2551677" y="614781"/>
                </a:cubicBezTo>
                <a:cubicBezTo>
                  <a:pt x="2548114" y="614781"/>
                  <a:pt x="2545061" y="612090"/>
                  <a:pt x="2544551" y="608527"/>
                </a:cubicBezTo>
                <a:lnTo>
                  <a:pt x="2512412" y="387483"/>
                </a:lnTo>
                <a:lnTo>
                  <a:pt x="2483619" y="552975"/>
                </a:lnTo>
                <a:cubicBezTo>
                  <a:pt x="2483037" y="556465"/>
                  <a:pt x="2479983" y="559010"/>
                  <a:pt x="2476421" y="559010"/>
                </a:cubicBezTo>
                <a:cubicBezTo>
                  <a:pt x="2472857" y="559010"/>
                  <a:pt x="2469876" y="556465"/>
                  <a:pt x="2469294" y="552975"/>
                </a:cubicBezTo>
                <a:lnTo>
                  <a:pt x="2444281" y="405589"/>
                </a:lnTo>
                <a:lnTo>
                  <a:pt x="2416579" y="452851"/>
                </a:lnTo>
                <a:cubicBezTo>
                  <a:pt x="2415269" y="455105"/>
                  <a:pt x="2412870" y="456414"/>
                  <a:pt x="2410325" y="456414"/>
                </a:cubicBezTo>
                <a:lnTo>
                  <a:pt x="7271" y="456414"/>
                </a:lnTo>
                <a:cubicBezTo>
                  <a:pt x="3272" y="456414"/>
                  <a:pt x="0" y="453142"/>
                  <a:pt x="0" y="449143"/>
                </a:cubicBezTo>
                <a:cubicBezTo>
                  <a:pt x="0" y="445144"/>
                  <a:pt x="3272" y="441871"/>
                  <a:pt x="7271" y="441871"/>
                </a:cubicBezTo>
                <a:lnTo>
                  <a:pt x="2406253" y="441871"/>
                </a:lnTo>
                <a:lnTo>
                  <a:pt x="2441955" y="381012"/>
                </a:lnTo>
                <a:cubicBezTo>
                  <a:pt x="2443481" y="378394"/>
                  <a:pt x="2446536" y="377013"/>
                  <a:pt x="2449517" y="377522"/>
                </a:cubicBezTo>
                <a:cubicBezTo>
                  <a:pt x="2452498" y="378103"/>
                  <a:pt x="2454898" y="380430"/>
                  <a:pt x="2455406" y="383484"/>
                </a:cubicBezTo>
                <a:lnTo>
                  <a:pt x="2476711" y="508839"/>
                </a:lnTo>
                <a:lnTo>
                  <a:pt x="2506087" y="340147"/>
                </a:lnTo>
                <a:cubicBezTo>
                  <a:pt x="2506669" y="336658"/>
                  <a:pt x="2509722" y="334113"/>
                  <a:pt x="2513285" y="334113"/>
                </a:cubicBezTo>
                <a:cubicBezTo>
                  <a:pt x="2513285" y="334113"/>
                  <a:pt x="2513358" y="334113"/>
                  <a:pt x="2513358" y="334113"/>
                </a:cubicBezTo>
                <a:cubicBezTo>
                  <a:pt x="2516921" y="334185"/>
                  <a:pt x="2519902" y="336803"/>
                  <a:pt x="2520483" y="340366"/>
                </a:cubicBezTo>
                <a:lnTo>
                  <a:pt x="2552332" y="559301"/>
                </a:lnTo>
                <a:lnTo>
                  <a:pt x="2640749" y="6110"/>
                </a:lnTo>
                <a:cubicBezTo>
                  <a:pt x="2641331" y="2474"/>
                  <a:pt x="2644530" y="-71"/>
                  <a:pt x="2648165" y="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3CF245-0837-3570-09E5-B39650AA5A6A}"/>
              </a:ext>
            </a:extLst>
          </p:cNvPr>
          <p:cNvSpPr txBox="1"/>
          <p:nvPr userDrawn="1"/>
        </p:nvSpPr>
        <p:spPr>
          <a:xfrm>
            <a:off x="11550650" y="6301316"/>
            <a:ext cx="46736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fld id="{3DEB9CD0-A70D-43E5-B0ED-84EDB6431ED3}" type="slidenum">
              <a: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Open Sans Light" pitchFamily="2" charset="0"/>
                <a:cs typeface="Open Sans Light" pitchFamily="2" charset="0"/>
              </a:rPr>
              <a:t>‹#›</a:t>
            </a:fld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Open Sans Light" pitchFamily="2" charset="0"/>
              <a:cs typeface="Open Sans Ligh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057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4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240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5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12" Type="http://schemas.openxmlformats.org/officeDocument/2006/relationships/image" Target="../media/image26.png"/><Relationship Id="rId2" Type="http://schemas.openxmlformats.org/officeDocument/2006/relationships/image" Target="../media/image16.png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svg"/><Relationship Id="rId15" Type="http://schemas.openxmlformats.org/officeDocument/2006/relationships/image" Target="../media/image29.sv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svg"/><Relationship Id="rId1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accent1">
                <a:lumMod val="75000"/>
                <a:lumOff val="25000"/>
              </a:schemeClr>
            </a:gs>
            <a:gs pos="20000">
              <a:schemeClr val="accent1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val 95">
            <a:extLst>
              <a:ext uri="{FF2B5EF4-FFF2-40B4-BE49-F238E27FC236}">
                <a16:creationId xmlns:a16="http://schemas.microsoft.com/office/drawing/2014/main" id="{33D8566E-ABA4-CBD5-794A-9DDC5A8960E0}"/>
              </a:ext>
            </a:extLst>
          </p:cNvPr>
          <p:cNvSpPr/>
          <p:nvPr/>
        </p:nvSpPr>
        <p:spPr>
          <a:xfrm>
            <a:off x="0" y="4410264"/>
            <a:ext cx="12192000" cy="6314886"/>
          </a:xfrm>
          <a:prstGeom prst="ellipse">
            <a:avLst/>
          </a:prstGeom>
          <a:solidFill>
            <a:schemeClr val="accent3">
              <a:alpha val="32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FF231FBE-FB38-50B2-1DBC-F91C700E660F}"/>
              </a:ext>
            </a:extLst>
          </p:cNvPr>
          <p:cNvSpPr/>
          <p:nvPr/>
        </p:nvSpPr>
        <p:spPr>
          <a:xfrm>
            <a:off x="0" y="6858000"/>
            <a:ext cx="12192000" cy="3543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16494EBC-BF6D-9752-688B-18BE78012F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4" y="4180075"/>
            <a:ext cx="6025443" cy="1833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5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NIBRAS</a:t>
            </a:r>
          </a:p>
        </p:txBody>
      </p:sp>
      <p:sp>
        <p:nvSpPr>
          <p:cNvPr id="1191" name="Freeform: Shape 1190">
            <a:extLst>
              <a:ext uri="{FF2B5EF4-FFF2-40B4-BE49-F238E27FC236}">
                <a16:creationId xmlns:a16="http://schemas.microsoft.com/office/drawing/2014/main" id="{19844A79-3FF5-EA32-C693-60B1BF84AA52}"/>
              </a:ext>
            </a:extLst>
          </p:cNvPr>
          <p:cNvSpPr/>
          <p:nvPr/>
        </p:nvSpPr>
        <p:spPr>
          <a:xfrm rot="5180155">
            <a:off x="7258417" y="582845"/>
            <a:ext cx="4022154" cy="3406132"/>
          </a:xfrm>
          <a:custGeom>
            <a:avLst/>
            <a:gdLst>
              <a:gd name="connsiteX0" fmla="*/ 820424 w 906619"/>
              <a:gd name="connsiteY0" fmla="*/ 75764 h 767764"/>
              <a:gd name="connsiteX1" fmla="*/ 403324 w 906619"/>
              <a:gd name="connsiteY1" fmla="*/ 622499 h 767764"/>
              <a:gd name="connsiteX2" fmla="*/ 14418 w 906619"/>
              <a:gd name="connsiteY2" fmla="*/ 588686 h 767764"/>
              <a:gd name="connsiteX3" fmla="*/ 335697 w 906619"/>
              <a:gd name="connsiteY3" fmla="*/ 766327 h 767764"/>
              <a:gd name="connsiteX4" fmla="*/ 871954 w 906619"/>
              <a:gd name="connsiteY4" fmla="*/ 441239 h 767764"/>
              <a:gd name="connsiteX5" fmla="*/ 820424 w 906619"/>
              <a:gd name="connsiteY5" fmla="*/ 75764 h 76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6619" h="767764">
                <a:moveTo>
                  <a:pt x="820424" y="75764"/>
                </a:moveTo>
                <a:cubicBezTo>
                  <a:pt x="820424" y="75764"/>
                  <a:pt x="774990" y="569064"/>
                  <a:pt x="403324" y="622499"/>
                </a:cubicBezTo>
                <a:cubicBezTo>
                  <a:pt x="262449" y="633739"/>
                  <a:pt x="82046" y="594305"/>
                  <a:pt x="14418" y="588686"/>
                </a:cubicBezTo>
                <a:cubicBezTo>
                  <a:pt x="-53209" y="583066"/>
                  <a:pt x="127671" y="750992"/>
                  <a:pt x="335697" y="766327"/>
                </a:cubicBezTo>
                <a:cubicBezTo>
                  <a:pt x="512195" y="779376"/>
                  <a:pt x="793087" y="706129"/>
                  <a:pt x="871954" y="441239"/>
                </a:cubicBezTo>
                <a:cubicBezTo>
                  <a:pt x="950916" y="176348"/>
                  <a:pt x="878145" y="-150264"/>
                  <a:pt x="820424" y="7576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softEdge rad="304800"/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99" name="Freeform: Shape 1198">
            <a:extLst>
              <a:ext uri="{FF2B5EF4-FFF2-40B4-BE49-F238E27FC236}">
                <a16:creationId xmlns:a16="http://schemas.microsoft.com/office/drawing/2014/main" id="{47C8E09B-7350-1364-B2FB-557493DAD0F5}"/>
              </a:ext>
            </a:extLst>
          </p:cNvPr>
          <p:cNvSpPr/>
          <p:nvPr/>
        </p:nvSpPr>
        <p:spPr>
          <a:xfrm flipV="1">
            <a:off x="8350870" y="0"/>
            <a:ext cx="3841131" cy="3731355"/>
          </a:xfrm>
          <a:custGeom>
            <a:avLst/>
            <a:gdLst>
              <a:gd name="connsiteX0" fmla="*/ 530371 w 3841131"/>
              <a:gd name="connsiteY0" fmla="*/ 3731355 h 3731355"/>
              <a:gd name="connsiteX1" fmla="*/ 3841131 w 3841131"/>
              <a:gd name="connsiteY1" fmla="*/ 3731355 h 3731355"/>
              <a:gd name="connsiteX2" fmla="*/ 3841131 w 3841131"/>
              <a:gd name="connsiteY2" fmla="*/ 92425 h 3731355"/>
              <a:gd name="connsiteX3" fmla="*/ 3649083 w 3841131"/>
              <a:gd name="connsiteY3" fmla="*/ 59382 h 3731355"/>
              <a:gd name="connsiteX4" fmla="*/ 343222 w 3841131"/>
              <a:gd name="connsiteY4" fmla="*/ 862653 h 3731355"/>
              <a:gd name="connsiteX5" fmla="*/ 288656 w 3841131"/>
              <a:gd name="connsiteY5" fmla="*/ 3136774 h 3731355"/>
              <a:gd name="connsiteX6" fmla="*/ 427113 w 3841131"/>
              <a:gd name="connsiteY6" fmla="*/ 3492818 h 3731355"/>
              <a:gd name="connsiteX7" fmla="*/ 530371 w 3841131"/>
              <a:gd name="connsiteY7" fmla="*/ 3731355 h 3731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841131" h="3731355">
                <a:moveTo>
                  <a:pt x="530371" y="3731355"/>
                </a:moveTo>
                <a:lnTo>
                  <a:pt x="3841131" y="3731355"/>
                </a:lnTo>
                <a:lnTo>
                  <a:pt x="3841131" y="92425"/>
                </a:lnTo>
                <a:lnTo>
                  <a:pt x="3649083" y="59382"/>
                </a:lnTo>
                <a:cubicBezTo>
                  <a:pt x="2424900" y="-123680"/>
                  <a:pt x="1057312" y="108960"/>
                  <a:pt x="343222" y="862653"/>
                </a:cubicBezTo>
                <a:cubicBezTo>
                  <a:pt x="-234237" y="1472117"/>
                  <a:pt x="37207" y="2444619"/>
                  <a:pt x="288656" y="3136774"/>
                </a:cubicBezTo>
                <a:cubicBezTo>
                  <a:pt x="332183" y="3256465"/>
                  <a:pt x="378535" y="3375086"/>
                  <a:pt x="427113" y="3492818"/>
                </a:cubicBezTo>
                <a:lnTo>
                  <a:pt x="530371" y="3731355"/>
                </a:lnTo>
                <a:close/>
              </a:path>
            </a:pathLst>
          </a:custGeom>
          <a:gradFill>
            <a:gsLst>
              <a:gs pos="100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lin ang="13200000" scaled="0"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95" name="Freeform: Shape 1194">
            <a:extLst>
              <a:ext uri="{FF2B5EF4-FFF2-40B4-BE49-F238E27FC236}">
                <a16:creationId xmlns:a16="http://schemas.microsoft.com/office/drawing/2014/main" id="{00D4AFC6-4F32-22A2-BF3E-D54E3392D2B7}"/>
              </a:ext>
            </a:extLst>
          </p:cNvPr>
          <p:cNvSpPr/>
          <p:nvPr/>
        </p:nvSpPr>
        <p:spPr>
          <a:xfrm rot="5979036">
            <a:off x="6658554" y="758093"/>
            <a:ext cx="4022154" cy="3406132"/>
          </a:xfrm>
          <a:custGeom>
            <a:avLst/>
            <a:gdLst>
              <a:gd name="connsiteX0" fmla="*/ 820424 w 906619"/>
              <a:gd name="connsiteY0" fmla="*/ 75764 h 767764"/>
              <a:gd name="connsiteX1" fmla="*/ 403324 w 906619"/>
              <a:gd name="connsiteY1" fmla="*/ 622499 h 767764"/>
              <a:gd name="connsiteX2" fmla="*/ 14418 w 906619"/>
              <a:gd name="connsiteY2" fmla="*/ 588686 h 767764"/>
              <a:gd name="connsiteX3" fmla="*/ 335697 w 906619"/>
              <a:gd name="connsiteY3" fmla="*/ 766327 h 767764"/>
              <a:gd name="connsiteX4" fmla="*/ 871954 w 906619"/>
              <a:gd name="connsiteY4" fmla="*/ 441239 h 767764"/>
              <a:gd name="connsiteX5" fmla="*/ 820424 w 906619"/>
              <a:gd name="connsiteY5" fmla="*/ 75764 h 76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6619" h="767764">
                <a:moveTo>
                  <a:pt x="820424" y="75764"/>
                </a:moveTo>
                <a:cubicBezTo>
                  <a:pt x="820424" y="75764"/>
                  <a:pt x="774990" y="569064"/>
                  <a:pt x="403324" y="622499"/>
                </a:cubicBezTo>
                <a:cubicBezTo>
                  <a:pt x="262449" y="633739"/>
                  <a:pt x="82046" y="594305"/>
                  <a:pt x="14418" y="588686"/>
                </a:cubicBezTo>
                <a:cubicBezTo>
                  <a:pt x="-53209" y="583066"/>
                  <a:pt x="127671" y="750992"/>
                  <a:pt x="335697" y="766327"/>
                </a:cubicBezTo>
                <a:cubicBezTo>
                  <a:pt x="512195" y="779376"/>
                  <a:pt x="793087" y="706129"/>
                  <a:pt x="871954" y="441239"/>
                </a:cubicBezTo>
                <a:cubicBezTo>
                  <a:pt x="950916" y="176348"/>
                  <a:pt x="878145" y="-150264"/>
                  <a:pt x="820424" y="7576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softEdge rad="342900"/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196" name="Freeform: Shape 1195">
            <a:extLst>
              <a:ext uri="{FF2B5EF4-FFF2-40B4-BE49-F238E27FC236}">
                <a16:creationId xmlns:a16="http://schemas.microsoft.com/office/drawing/2014/main" id="{F9A44D5A-56D0-AC79-D18C-AD459AC1F165}"/>
              </a:ext>
            </a:extLst>
          </p:cNvPr>
          <p:cNvSpPr/>
          <p:nvPr/>
        </p:nvSpPr>
        <p:spPr>
          <a:xfrm rot="5889877">
            <a:off x="6233816" y="1405354"/>
            <a:ext cx="3522510" cy="2983012"/>
          </a:xfrm>
          <a:custGeom>
            <a:avLst/>
            <a:gdLst>
              <a:gd name="connsiteX0" fmla="*/ 820424 w 906619"/>
              <a:gd name="connsiteY0" fmla="*/ 75764 h 767764"/>
              <a:gd name="connsiteX1" fmla="*/ 403324 w 906619"/>
              <a:gd name="connsiteY1" fmla="*/ 622499 h 767764"/>
              <a:gd name="connsiteX2" fmla="*/ 14418 w 906619"/>
              <a:gd name="connsiteY2" fmla="*/ 588686 h 767764"/>
              <a:gd name="connsiteX3" fmla="*/ 335697 w 906619"/>
              <a:gd name="connsiteY3" fmla="*/ 766327 h 767764"/>
              <a:gd name="connsiteX4" fmla="*/ 871954 w 906619"/>
              <a:gd name="connsiteY4" fmla="*/ 441239 h 767764"/>
              <a:gd name="connsiteX5" fmla="*/ 820424 w 906619"/>
              <a:gd name="connsiteY5" fmla="*/ 75764 h 767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6619" h="767764">
                <a:moveTo>
                  <a:pt x="820424" y="75764"/>
                </a:moveTo>
                <a:cubicBezTo>
                  <a:pt x="820424" y="75764"/>
                  <a:pt x="774990" y="569064"/>
                  <a:pt x="403324" y="622499"/>
                </a:cubicBezTo>
                <a:cubicBezTo>
                  <a:pt x="262449" y="633739"/>
                  <a:pt x="82046" y="594305"/>
                  <a:pt x="14418" y="588686"/>
                </a:cubicBezTo>
                <a:cubicBezTo>
                  <a:pt x="-53209" y="583066"/>
                  <a:pt x="127671" y="750992"/>
                  <a:pt x="335697" y="766327"/>
                </a:cubicBezTo>
                <a:cubicBezTo>
                  <a:pt x="512195" y="779376"/>
                  <a:pt x="793087" y="706129"/>
                  <a:pt x="871954" y="441239"/>
                </a:cubicBezTo>
                <a:cubicBezTo>
                  <a:pt x="950916" y="176348"/>
                  <a:pt x="878145" y="-150264"/>
                  <a:pt x="820424" y="75764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  <a:effectLst>
            <a:softEdge rad="317500"/>
          </a:effectLst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916D87E-0249-921B-7FF4-4000F7973FE3}"/>
              </a:ext>
            </a:extLst>
          </p:cNvPr>
          <p:cNvGrpSpPr/>
          <p:nvPr/>
        </p:nvGrpSpPr>
        <p:grpSpPr>
          <a:xfrm>
            <a:off x="10655362" y="6272393"/>
            <a:ext cx="808504" cy="217902"/>
            <a:chOff x="9974276" y="5381253"/>
            <a:chExt cx="1541033" cy="415328"/>
          </a:xfrm>
        </p:grpSpPr>
        <p:sp>
          <p:nvSpPr>
            <p:cNvPr id="1251" name="Rectangle: Rounded Corners 1250">
              <a:extLst>
                <a:ext uri="{FF2B5EF4-FFF2-40B4-BE49-F238E27FC236}">
                  <a16:creationId xmlns:a16="http://schemas.microsoft.com/office/drawing/2014/main" id="{AC4516F9-72A1-3FC4-68FB-6D3438C358EF}"/>
                </a:ext>
              </a:extLst>
            </p:cNvPr>
            <p:cNvSpPr/>
            <p:nvPr/>
          </p:nvSpPr>
          <p:spPr>
            <a:xfrm>
              <a:off x="9974276" y="5381253"/>
              <a:ext cx="423206" cy="4153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39" name="Rectangle: Rounded Corners 1238">
              <a:extLst>
                <a:ext uri="{FF2B5EF4-FFF2-40B4-BE49-F238E27FC236}">
                  <a16:creationId xmlns:a16="http://schemas.microsoft.com/office/drawing/2014/main" id="{6DCB874D-603B-0B9A-A25C-82C6CD5803F3}"/>
                </a:ext>
              </a:extLst>
            </p:cNvPr>
            <p:cNvSpPr/>
            <p:nvPr/>
          </p:nvSpPr>
          <p:spPr>
            <a:xfrm>
              <a:off x="10015762" y="5421967"/>
              <a:ext cx="340234" cy="333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  <a:lumOff val="25000"/>
              </a:schemeClr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0" name="Freeform 62">
              <a:extLst>
                <a:ext uri="{FF2B5EF4-FFF2-40B4-BE49-F238E27FC236}">
                  <a16:creationId xmlns:a16="http://schemas.microsoft.com/office/drawing/2014/main" id="{3D1053B1-AEAC-597A-320F-537F89742E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4307" y="5522683"/>
              <a:ext cx="163144" cy="132468"/>
            </a:xfrm>
            <a:custGeom>
              <a:avLst/>
              <a:gdLst>
                <a:gd name="T0" fmla="*/ 2048 w 2048"/>
                <a:gd name="T1" fmla="*/ 197 h 1664"/>
                <a:gd name="T2" fmla="*/ 1806 w 2048"/>
                <a:gd name="T3" fmla="*/ 263 h 1664"/>
                <a:gd name="T4" fmla="*/ 1991 w 2048"/>
                <a:gd name="T5" fmla="*/ 31 h 1664"/>
                <a:gd name="T6" fmla="*/ 1725 w 2048"/>
                <a:gd name="T7" fmla="*/ 133 h 1664"/>
                <a:gd name="T8" fmla="*/ 1418 w 2048"/>
                <a:gd name="T9" fmla="*/ 0 h 1664"/>
                <a:gd name="T10" fmla="*/ 998 w 2048"/>
                <a:gd name="T11" fmla="*/ 420 h 1664"/>
                <a:gd name="T12" fmla="*/ 1008 w 2048"/>
                <a:gd name="T13" fmla="*/ 516 h 1664"/>
                <a:gd name="T14" fmla="*/ 143 w 2048"/>
                <a:gd name="T15" fmla="*/ 77 h 1664"/>
                <a:gd name="T16" fmla="*/ 85 w 2048"/>
                <a:gd name="T17" fmla="*/ 289 h 1664"/>
                <a:gd name="T18" fmla="*/ 272 w 2048"/>
                <a:gd name="T19" fmla="*/ 638 h 1664"/>
                <a:gd name="T20" fmla="*/ 82 w 2048"/>
                <a:gd name="T21" fmla="*/ 586 h 1664"/>
                <a:gd name="T22" fmla="*/ 82 w 2048"/>
                <a:gd name="T23" fmla="*/ 591 h 1664"/>
                <a:gd name="T24" fmla="*/ 418 w 2048"/>
                <a:gd name="T25" fmla="*/ 1003 h 1664"/>
                <a:gd name="T26" fmla="*/ 308 w 2048"/>
                <a:gd name="T27" fmla="*/ 1017 h 1664"/>
                <a:gd name="T28" fmla="*/ 229 w 2048"/>
                <a:gd name="T29" fmla="*/ 1010 h 1664"/>
                <a:gd name="T30" fmla="*/ 621 w 2048"/>
                <a:gd name="T31" fmla="*/ 1302 h 1664"/>
                <a:gd name="T32" fmla="*/ 100 w 2048"/>
                <a:gd name="T33" fmla="*/ 1481 h 1664"/>
                <a:gd name="T34" fmla="*/ 0 w 2048"/>
                <a:gd name="T35" fmla="*/ 1476 h 1664"/>
                <a:gd name="T36" fmla="*/ 644 w 2048"/>
                <a:gd name="T37" fmla="*/ 1664 h 1664"/>
                <a:gd name="T38" fmla="*/ 1839 w 2048"/>
                <a:gd name="T39" fmla="*/ 469 h 1664"/>
                <a:gd name="T40" fmla="*/ 1838 w 2048"/>
                <a:gd name="T41" fmla="*/ 415 h 1664"/>
                <a:gd name="T42" fmla="*/ 2048 w 2048"/>
                <a:gd name="T43" fmla="*/ 197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48" h="1664">
                  <a:moveTo>
                    <a:pt x="2048" y="197"/>
                  </a:moveTo>
                  <a:cubicBezTo>
                    <a:pt x="1972" y="230"/>
                    <a:pt x="1891" y="253"/>
                    <a:pt x="1806" y="263"/>
                  </a:cubicBezTo>
                  <a:cubicBezTo>
                    <a:pt x="1893" y="211"/>
                    <a:pt x="1960" y="130"/>
                    <a:pt x="1991" y="31"/>
                  </a:cubicBezTo>
                  <a:cubicBezTo>
                    <a:pt x="1910" y="80"/>
                    <a:pt x="1820" y="114"/>
                    <a:pt x="1725" y="133"/>
                  </a:cubicBezTo>
                  <a:cubicBezTo>
                    <a:pt x="1647" y="51"/>
                    <a:pt x="1538" y="0"/>
                    <a:pt x="1418" y="0"/>
                  </a:cubicBezTo>
                  <a:cubicBezTo>
                    <a:pt x="1185" y="0"/>
                    <a:pt x="998" y="189"/>
                    <a:pt x="998" y="420"/>
                  </a:cubicBezTo>
                  <a:cubicBezTo>
                    <a:pt x="998" y="453"/>
                    <a:pt x="1001" y="485"/>
                    <a:pt x="1008" y="516"/>
                  </a:cubicBezTo>
                  <a:cubicBezTo>
                    <a:pt x="659" y="499"/>
                    <a:pt x="350" y="331"/>
                    <a:pt x="143" y="77"/>
                  </a:cubicBezTo>
                  <a:cubicBezTo>
                    <a:pt x="106" y="139"/>
                    <a:pt x="85" y="211"/>
                    <a:pt x="85" y="289"/>
                  </a:cubicBezTo>
                  <a:cubicBezTo>
                    <a:pt x="85" y="434"/>
                    <a:pt x="160" y="563"/>
                    <a:pt x="272" y="638"/>
                  </a:cubicBezTo>
                  <a:cubicBezTo>
                    <a:pt x="204" y="636"/>
                    <a:pt x="138" y="617"/>
                    <a:pt x="82" y="586"/>
                  </a:cubicBezTo>
                  <a:cubicBezTo>
                    <a:pt x="82" y="587"/>
                    <a:pt x="82" y="589"/>
                    <a:pt x="82" y="591"/>
                  </a:cubicBezTo>
                  <a:cubicBezTo>
                    <a:pt x="82" y="795"/>
                    <a:pt x="227" y="964"/>
                    <a:pt x="418" y="1003"/>
                  </a:cubicBezTo>
                  <a:cubicBezTo>
                    <a:pt x="384" y="1012"/>
                    <a:pt x="347" y="1017"/>
                    <a:pt x="308" y="1017"/>
                  </a:cubicBezTo>
                  <a:cubicBezTo>
                    <a:pt x="281" y="1017"/>
                    <a:pt x="254" y="1015"/>
                    <a:pt x="229" y="1010"/>
                  </a:cubicBezTo>
                  <a:cubicBezTo>
                    <a:pt x="283" y="1176"/>
                    <a:pt x="438" y="1298"/>
                    <a:pt x="621" y="1302"/>
                  </a:cubicBezTo>
                  <a:cubicBezTo>
                    <a:pt x="478" y="1414"/>
                    <a:pt x="297" y="1481"/>
                    <a:pt x="100" y="1481"/>
                  </a:cubicBezTo>
                  <a:cubicBezTo>
                    <a:pt x="66" y="1481"/>
                    <a:pt x="33" y="1480"/>
                    <a:pt x="0" y="1476"/>
                  </a:cubicBezTo>
                  <a:cubicBezTo>
                    <a:pt x="186" y="1596"/>
                    <a:pt x="406" y="1664"/>
                    <a:pt x="644" y="1664"/>
                  </a:cubicBezTo>
                  <a:cubicBezTo>
                    <a:pt x="1417" y="1664"/>
                    <a:pt x="1839" y="1024"/>
                    <a:pt x="1839" y="469"/>
                  </a:cubicBezTo>
                  <a:cubicBezTo>
                    <a:pt x="1839" y="451"/>
                    <a:pt x="1838" y="433"/>
                    <a:pt x="1838" y="415"/>
                  </a:cubicBezTo>
                  <a:cubicBezTo>
                    <a:pt x="1921" y="356"/>
                    <a:pt x="1991" y="282"/>
                    <a:pt x="2048" y="19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52" name="Rectangle: Rounded Corners 1251">
              <a:extLst>
                <a:ext uri="{FF2B5EF4-FFF2-40B4-BE49-F238E27FC236}">
                  <a16:creationId xmlns:a16="http://schemas.microsoft.com/office/drawing/2014/main" id="{7A3EDF02-4BA5-C10D-4614-DD3AC6E4FDBB}"/>
                </a:ext>
              </a:extLst>
            </p:cNvPr>
            <p:cNvSpPr/>
            <p:nvPr/>
          </p:nvSpPr>
          <p:spPr>
            <a:xfrm>
              <a:off x="10533190" y="5381253"/>
              <a:ext cx="423206" cy="4153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01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2" name="Rectangle: Rounded Corners 1241">
              <a:extLst>
                <a:ext uri="{FF2B5EF4-FFF2-40B4-BE49-F238E27FC236}">
                  <a16:creationId xmlns:a16="http://schemas.microsoft.com/office/drawing/2014/main" id="{2B929CC7-FB4B-8CA9-5F76-BD34D0B73312}"/>
                </a:ext>
              </a:extLst>
            </p:cNvPr>
            <p:cNvSpPr/>
            <p:nvPr/>
          </p:nvSpPr>
          <p:spPr>
            <a:xfrm>
              <a:off x="10574676" y="5421967"/>
              <a:ext cx="340234" cy="333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  <a:lumOff val="25000"/>
              </a:schemeClr>
            </a:solidFill>
            <a:ln w="101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3" name="Freeform 256">
              <a:extLst>
                <a:ext uri="{FF2B5EF4-FFF2-40B4-BE49-F238E27FC236}">
                  <a16:creationId xmlns:a16="http://schemas.microsoft.com/office/drawing/2014/main" id="{FF4ADA12-42B4-31B3-3C5A-7E7E12618C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426" y="5515399"/>
              <a:ext cx="84734" cy="147036"/>
            </a:xfrm>
            <a:custGeom>
              <a:avLst/>
              <a:gdLst>
                <a:gd name="T0" fmla="*/ 960 w 960"/>
                <a:gd name="T1" fmla="*/ 640 h 1664"/>
                <a:gd name="T2" fmla="*/ 640 w 960"/>
                <a:gd name="T3" fmla="*/ 640 h 1664"/>
                <a:gd name="T4" fmla="*/ 640 w 960"/>
                <a:gd name="T5" fmla="*/ 384 h 1664"/>
                <a:gd name="T6" fmla="*/ 768 w 960"/>
                <a:gd name="T7" fmla="*/ 320 h 1664"/>
                <a:gd name="T8" fmla="*/ 896 w 960"/>
                <a:gd name="T9" fmla="*/ 320 h 1664"/>
                <a:gd name="T10" fmla="*/ 896 w 960"/>
                <a:gd name="T11" fmla="*/ 0 h 1664"/>
                <a:gd name="T12" fmla="*/ 640 w 960"/>
                <a:gd name="T13" fmla="*/ 0 h 1664"/>
                <a:gd name="T14" fmla="*/ 640 w 960"/>
                <a:gd name="T15" fmla="*/ 0 h 1664"/>
                <a:gd name="T16" fmla="*/ 256 w 960"/>
                <a:gd name="T17" fmla="*/ 384 h 1664"/>
                <a:gd name="T18" fmla="*/ 256 w 960"/>
                <a:gd name="T19" fmla="*/ 640 h 1664"/>
                <a:gd name="T20" fmla="*/ 0 w 960"/>
                <a:gd name="T21" fmla="*/ 640 h 1664"/>
                <a:gd name="T22" fmla="*/ 0 w 960"/>
                <a:gd name="T23" fmla="*/ 960 h 1664"/>
                <a:gd name="T24" fmla="*/ 256 w 960"/>
                <a:gd name="T25" fmla="*/ 960 h 1664"/>
                <a:gd name="T26" fmla="*/ 256 w 960"/>
                <a:gd name="T27" fmla="*/ 1664 h 1664"/>
                <a:gd name="T28" fmla="*/ 640 w 960"/>
                <a:gd name="T29" fmla="*/ 1664 h 1664"/>
                <a:gd name="T30" fmla="*/ 640 w 960"/>
                <a:gd name="T31" fmla="*/ 960 h 1664"/>
                <a:gd name="T32" fmla="*/ 832 w 960"/>
                <a:gd name="T33" fmla="*/ 960 h 1664"/>
                <a:gd name="T34" fmla="*/ 960 w 960"/>
                <a:gd name="T35" fmla="*/ 640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0" h="1664">
                  <a:moveTo>
                    <a:pt x="960" y="640"/>
                  </a:moveTo>
                  <a:cubicBezTo>
                    <a:pt x="640" y="640"/>
                    <a:pt x="640" y="640"/>
                    <a:pt x="640" y="640"/>
                  </a:cubicBezTo>
                  <a:cubicBezTo>
                    <a:pt x="640" y="384"/>
                    <a:pt x="640" y="384"/>
                    <a:pt x="640" y="384"/>
                  </a:cubicBezTo>
                  <a:cubicBezTo>
                    <a:pt x="640" y="313"/>
                    <a:pt x="697" y="320"/>
                    <a:pt x="768" y="320"/>
                  </a:cubicBezTo>
                  <a:cubicBezTo>
                    <a:pt x="896" y="320"/>
                    <a:pt x="896" y="320"/>
                    <a:pt x="896" y="320"/>
                  </a:cubicBezTo>
                  <a:cubicBezTo>
                    <a:pt x="896" y="0"/>
                    <a:pt x="896" y="0"/>
                    <a:pt x="896" y="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428" y="0"/>
                    <a:pt x="256" y="172"/>
                    <a:pt x="256" y="384"/>
                  </a:cubicBezTo>
                  <a:cubicBezTo>
                    <a:pt x="256" y="640"/>
                    <a:pt x="256" y="640"/>
                    <a:pt x="256" y="640"/>
                  </a:cubicBezTo>
                  <a:cubicBezTo>
                    <a:pt x="0" y="640"/>
                    <a:pt x="0" y="640"/>
                    <a:pt x="0" y="640"/>
                  </a:cubicBezTo>
                  <a:cubicBezTo>
                    <a:pt x="0" y="960"/>
                    <a:pt x="0" y="960"/>
                    <a:pt x="0" y="960"/>
                  </a:cubicBezTo>
                  <a:cubicBezTo>
                    <a:pt x="256" y="960"/>
                    <a:pt x="256" y="960"/>
                    <a:pt x="256" y="960"/>
                  </a:cubicBezTo>
                  <a:cubicBezTo>
                    <a:pt x="256" y="1664"/>
                    <a:pt x="256" y="1664"/>
                    <a:pt x="256" y="1664"/>
                  </a:cubicBezTo>
                  <a:cubicBezTo>
                    <a:pt x="640" y="1664"/>
                    <a:pt x="640" y="1664"/>
                    <a:pt x="640" y="1664"/>
                  </a:cubicBezTo>
                  <a:cubicBezTo>
                    <a:pt x="640" y="960"/>
                    <a:pt x="640" y="960"/>
                    <a:pt x="640" y="960"/>
                  </a:cubicBezTo>
                  <a:cubicBezTo>
                    <a:pt x="832" y="960"/>
                    <a:pt x="832" y="960"/>
                    <a:pt x="832" y="960"/>
                  </a:cubicBezTo>
                  <a:lnTo>
                    <a:pt x="960" y="6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53" name="Rectangle: Rounded Corners 1252">
              <a:extLst>
                <a:ext uri="{FF2B5EF4-FFF2-40B4-BE49-F238E27FC236}">
                  <a16:creationId xmlns:a16="http://schemas.microsoft.com/office/drawing/2014/main" id="{AFC1F76B-A401-3D57-8EEA-27552C905520}"/>
                </a:ext>
              </a:extLst>
            </p:cNvPr>
            <p:cNvSpPr/>
            <p:nvPr/>
          </p:nvSpPr>
          <p:spPr>
            <a:xfrm>
              <a:off x="11092103" y="5381253"/>
              <a:ext cx="423206" cy="4153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5" name="Rectangle: Rounded Corners 1244">
              <a:extLst>
                <a:ext uri="{FF2B5EF4-FFF2-40B4-BE49-F238E27FC236}">
                  <a16:creationId xmlns:a16="http://schemas.microsoft.com/office/drawing/2014/main" id="{4364A0DB-392F-3861-AD33-15639314116E}"/>
                </a:ext>
              </a:extLst>
            </p:cNvPr>
            <p:cNvSpPr/>
            <p:nvPr/>
          </p:nvSpPr>
          <p:spPr>
            <a:xfrm>
              <a:off x="11133589" y="5421967"/>
              <a:ext cx="340234" cy="333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  <a:lumOff val="25000"/>
              </a:schemeClr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246" name="Group 1245">
              <a:extLst>
                <a:ext uri="{FF2B5EF4-FFF2-40B4-BE49-F238E27FC236}">
                  <a16:creationId xmlns:a16="http://schemas.microsoft.com/office/drawing/2014/main" id="{DE010550-5093-5CE2-0C5C-7E0B58A4F81F}"/>
                </a:ext>
              </a:extLst>
            </p:cNvPr>
            <p:cNvGrpSpPr/>
            <p:nvPr/>
          </p:nvGrpSpPr>
          <p:grpSpPr>
            <a:xfrm>
              <a:off x="11226813" y="5512024"/>
              <a:ext cx="153786" cy="153786"/>
              <a:chOff x="1822198" y="5720089"/>
              <a:chExt cx="153786" cy="153786"/>
            </a:xfrm>
            <a:solidFill>
              <a:schemeClr val="bg1"/>
            </a:solidFill>
          </p:grpSpPr>
          <p:sp>
            <p:nvSpPr>
              <p:cNvPr id="1247" name="Freeform 23">
                <a:extLst>
                  <a:ext uri="{FF2B5EF4-FFF2-40B4-BE49-F238E27FC236}">
                    <a16:creationId xmlns:a16="http://schemas.microsoft.com/office/drawing/2014/main" id="{AABFA45F-EAA5-0198-769D-1CE2A4ADB5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547" y="5768597"/>
                <a:ext cx="99437" cy="105278"/>
              </a:xfrm>
              <a:custGeom>
                <a:avLst/>
                <a:gdLst>
                  <a:gd name="T0" fmla="*/ 1323 w 1324"/>
                  <a:gd name="T1" fmla="*/ 1402 h 1402"/>
                  <a:gd name="T2" fmla="*/ 1323 w 1324"/>
                  <a:gd name="T3" fmla="*/ 1402 h 1402"/>
                  <a:gd name="T4" fmla="*/ 1324 w 1324"/>
                  <a:gd name="T5" fmla="*/ 1402 h 1402"/>
                  <a:gd name="T6" fmla="*/ 1324 w 1324"/>
                  <a:gd name="T7" fmla="*/ 651 h 1402"/>
                  <a:gd name="T8" fmla="*/ 815 w 1324"/>
                  <a:gd name="T9" fmla="*/ 0 h 1402"/>
                  <a:gd name="T10" fmla="*/ 414 w 1324"/>
                  <a:gd name="T11" fmla="*/ 221 h 1402"/>
                  <a:gd name="T12" fmla="*/ 408 w 1324"/>
                  <a:gd name="T13" fmla="*/ 221 h 1402"/>
                  <a:gd name="T14" fmla="*/ 408 w 1324"/>
                  <a:gd name="T15" fmla="*/ 35 h 1402"/>
                  <a:gd name="T16" fmla="*/ 0 w 1324"/>
                  <a:gd name="T17" fmla="*/ 35 h 1402"/>
                  <a:gd name="T18" fmla="*/ 0 w 1324"/>
                  <a:gd name="T19" fmla="*/ 1402 h 1402"/>
                  <a:gd name="T20" fmla="*/ 425 w 1324"/>
                  <a:gd name="T21" fmla="*/ 1402 h 1402"/>
                  <a:gd name="T22" fmla="*/ 425 w 1324"/>
                  <a:gd name="T23" fmla="*/ 725 h 1402"/>
                  <a:gd name="T24" fmla="*/ 679 w 1324"/>
                  <a:gd name="T25" fmla="*/ 374 h 1402"/>
                  <a:gd name="T26" fmla="*/ 900 w 1324"/>
                  <a:gd name="T27" fmla="*/ 736 h 1402"/>
                  <a:gd name="T28" fmla="*/ 900 w 1324"/>
                  <a:gd name="T29" fmla="*/ 1402 h 1402"/>
                  <a:gd name="T30" fmla="*/ 1323 w 1324"/>
                  <a:gd name="T31" fmla="*/ 1402 h 1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24" h="1402">
                    <a:moveTo>
                      <a:pt x="1323" y="1402"/>
                    </a:moveTo>
                    <a:cubicBezTo>
                      <a:pt x="1323" y="1402"/>
                      <a:pt x="1323" y="1402"/>
                      <a:pt x="1323" y="1402"/>
                    </a:cubicBezTo>
                    <a:cubicBezTo>
                      <a:pt x="1324" y="1402"/>
                      <a:pt x="1324" y="1402"/>
                      <a:pt x="1324" y="1402"/>
                    </a:cubicBezTo>
                    <a:cubicBezTo>
                      <a:pt x="1324" y="651"/>
                      <a:pt x="1324" y="651"/>
                      <a:pt x="1324" y="651"/>
                    </a:cubicBezTo>
                    <a:cubicBezTo>
                      <a:pt x="1324" y="283"/>
                      <a:pt x="1245" y="0"/>
                      <a:pt x="815" y="0"/>
                    </a:cubicBezTo>
                    <a:cubicBezTo>
                      <a:pt x="609" y="0"/>
                      <a:pt x="470" y="114"/>
                      <a:pt x="414" y="221"/>
                    </a:cubicBezTo>
                    <a:cubicBezTo>
                      <a:pt x="408" y="221"/>
                      <a:pt x="408" y="221"/>
                      <a:pt x="408" y="221"/>
                    </a:cubicBezTo>
                    <a:cubicBezTo>
                      <a:pt x="408" y="35"/>
                      <a:pt x="408" y="35"/>
                      <a:pt x="408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02"/>
                      <a:pt x="0" y="1402"/>
                      <a:pt x="0" y="1402"/>
                    </a:cubicBezTo>
                    <a:cubicBezTo>
                      <a:pt x="425" y="1402"/>
                      <a:pt x="425" y="1402"/>
                      <a:pt x="425" y="1402"/>
                    </a:cubicBezTo>
                    <a:cubicBezTo>
                      <a:pt x="425" y="725"/>
                      <a:pt x="425" y="725"/>
                      <a:pt x="425" y="725"/>
                    </a:cubicBezTo>
                    <a:cubicBezTo>
                      <a:pt x="425" y="547"/>
                      <a:pt x="458" y="374"/>
                      <a:pt x="679" y="374"/>
                    </a:cubicBezTo>
                    <a:cubicBezTo>
                      <a:pt x="897" y="374"/>
                      <a:pt x="900" y="578"/>
                      <a:pt x="900" y="736"/>
                    </a:cubicBezTo>
                    <a:cubicBezTo>
                      <a:pt x="900" y="1402"/>
                      <a:pt x="900" y="1402"/>
                      <a:pt x="900" y="1402"/>
                    </a:cubicBezTo>
                    <a:lnTo>
                      <a:pt x="1323" y="1402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101600" dist="25400" dir="18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8" name="Rectangle 24">
                <a:extLst>
                  <a:ext uri="{FF2B5EF4-FFF2-40B4-BE49-F238E27FC236}">
                    <a16:creationId xmlns:a16="http://schemas.microsoft.com/office/drawing/2014/main" id="{C14D18E2-2FC2-6465-B95B-9B32DD7B43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762" y="5771232"/>
                <a:ext cx="31840" cy="1026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101600" dist="25400" dir="18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9" name="Oval 25">
                <a:extLst>
                  <a:ext uri="{FF2B5EF4-FFF2-40B4-BE49-F238E27FC236}">
                    <a16:creationId xmlns:a16="http://schemas.microsoft.com/office/drawing/2014/main" id="{8B2A654C-FC8D-409F-E895-515130D7E7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198" y="5720089"/>
                <a:ext cx="36933" cy="37111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101600" dist="25400" dir="18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65345FA-CCA8-2D13-0F9F-89B3C9CC62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6074" r="6250" b="6074"/>
          <a:stretch>
            <a:fillRect/>
          </a:stretch>
        </p:blipFill>
        <p:spPr>
          <a:xfrm>
            <a:off x="381000" y="171268"/>
            <a:ext cx="2186921" cy="2186921"/>
          </a:xfrm>
          <a:prstGeom prst="ellipse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82C27B5F-5221-D93E-0F5C-42F5E83C7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545" y="3859037"/>
            <a:ext cx="2071189" cy="556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CS499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B52D1E-4375-29D6-DE6F-0440A008E68E}"/>
              </a:ext>
            </a:extLst>
          </p:cNvPr>
          <p:cNvSpPr txBox="1"/>
          <p:nvPr/>
        </p:nvSpPr>
        <p:spPr>
          <a:xfrm>
            <a:off x="7679576" y="4300100"/>
            <a:ext cx="224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Ahmed Ibrahim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2AF3A4-B768-70B8-1F0F-FD83992A14C8}"/>
              </a:ext>
            </a:extLst>
          </p:cNvPr>
          <p:cNvSpPr txBox="1"/>
          <p:nvPr/>
        </p:nvSpPr>
        <p:spPr>
          <a:xfrm>
            <a:off x="7679576" y="4789912"/>
            <a:ext cx="224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Anas Houri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1642B6-D859-408D-4006-FE5CD722F8C7}"/>
              </a:ext>
            </a:extLst>
          </p:cNvPr>
          <p:cNvSpPr txBox="1"/>
          <p:nvPr/>
        </p:nvSpPr>
        <p:spPr>
          <a:xfrm>
            <a:off x="7679576" y="5279723"/>
            <a:ext cx="22479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Tareq Ghazi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8BFF2A3-CEA6-C98A-F20D-44AE08A87657}"/>
              </a:ext>
            </a:extLst>
          </p:cNvPr>
          <p:cNvCxnSpPr>
            <a:cxnSpLocks/>
          </p:cNvCxnSpPr>
          <p:nvPr/>
        </p:nvCxnSpPr>
        <p:spPr>
          <a:xfrm>
            <a:off x="9787466" y="4484766"/>
            <a:ext cx="1676400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75000"/>
                    <a:lumOff val="25000"/>
                    <a:alpha val="0"/>
                  </a:schemeClr>
                </a:gs>
                <a:gs pos="77000">
                  <a:schemeClr val="accent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BE490A6-880F-607A-7E14-3C5F61B51036}"/>
              </a:ext>
            </a:extLst>
          </p:cNvPr>
          <p:cNvCxnSpPr>
            <a:cxnSpLocks/>
          </p:cNvCxnSpPr>
          <p:nvPr/>
        </p:nvCxnSpPr>
        <p:spPr>
          <a:xfrm>
            <a:off x="9317255" y="4974578"/>
            <a:ext cx="2146611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75000"/>
                    <a:lumOff val="25000"/>
                    <a:alpha val="0"/>
                  </a:schemeClr>
                </a:gs>
                <a:gs pos="77000">
                  <a:schemeClr val="accent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BFA504F-65A2-28B3-890C-94B6CB748C07}"/>
              </a:ext>
            </a:extLst>
          </p:cNvPr>
          <p:cNvCxnSpPr>
            <a:cxnSpLocks/>
          </p:cNvCxnSpPr>
          <p:nvPr/>
        </p:nvCxnSpPr>
        <p:spPr>
          <a:xfrm>
            <a:off x="9384632" y="5464389"/>
            <a:ext cx="2079234" cy="0"/>
          </a:xfrm>
          <a:prstGeom prst="line">
            <a:avLst/>
          </a:prstGeom>
          <a:ln>
            <a:gradFill flip="none" rotWithShape="1">
              <a:gsLst>
                <a:gs pos="0">
                  <a:schemeClr val="accent1">
                    <a:lumMod val="75000"/>
                    <a:lumOff val="25000"/>
                    <a:alpha val="0"/>
                  </a:schemeClr>
                </a:gs>
                <a:gs pos="77000">
                  <a:schemeClr val="accent3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8410A95-AD52-BCD5-E494-6B6674781D67}"/>
              </a:ext>
            </a:extLst>
          </p:cNvPr>
          <p:cNvGrpSpPr/>
          <p:nvPr/>
        </p:nvGrpSpPr>
        <p:grpSpPr>
          <a:xfrm>
            <a:off x="0" y="5958452"/>
            <a:ext cx="10507133" cy="845785"/>
            <a:chOff x="0" y="5977907"/>
            <a:chExt cx="10507133" cy="84578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A858735-49F5-6F4C-067E-4C145F51E2E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524723" y="6424354"/>
              <a:ext cx="5982410" cy="0"/>
            </a:xfrm>
            <a:prstGeom prst="line">
              <a:avLst/>
            </a:prstGeom>
            <a:ln cap="rnd">
              <a:solidFill>
                <a:schemeClr val="accent3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0378951E-4349-302D-DE6D-8FD337CC4024}"/>
                </a:ext>
              </a:extLst>
            </p:cNvPr>
            <p:cNvSpPr/>
            <p:nvPr userDrawn="1"/>
          </p:nvSpPr>
          <p:spPr>
            <a:xfrm flipH="1">
              <a:off x="723072" y="5977907"/>
              <a:ext cx="3844275" cy="845785"/>
            </a:xfrm>
            <a:custGeom>
              <a:avLst/>
              <a:gdLst>
                <a:gd name="connsiteX0" fmla="*/ 3565684 w 5035867"/>
                <a:gd name="connsiteY0" fmla="*/ 1107950 h 1107949"/>
                <a:gd name="connsiteX1" fmla="*/ 3565493 w 5035867"/>
                <a:gd name="connsiteY1" fmla="*/ 1107950 h 1107949"/>
                <a:gd name="connsiteX2" fmla="*/ 3556159 w 5035867"/>
                <a:gd name="connsiteY2" fmla="*/ 1099282 h 1107949"/>
                <a:gd name="connsiteX3" fmla="*/ 3465671 w 5035867"/>
                <a:gd name="connsiteY3" fmla="*/ 86584 h 1107949"/>
                <a:gd name="connsiteX4" fmla="*/ 3352133 w 5035867"/>
                <a:gd name="connsiteY4" fmla="*/ 797340 h 1107949"/>
                <a:gd name="connsiteX5" fmla="*/ 3342704 w 5035867"/>
                <a:gd name="connsiteY5" fmla="*/ 805341 h 1107949"/>
                <a:gd name="connsiteX6" fmla="*/ 3342608 w 5035867"/>
                <a:gd name="connsiteY6" fmla="*/ 805341 h 1107949"/>
                <a:gd name="connsiteX7" fmla="*/ 3333274 w 5035867"/>
                <a:gd name="connsiteY7" fmla="*/ 797149 h 1107949"/>
                <a:gd name="connsiteX8" fmla="*/ 3291173 w 5035867"/>
                <a:gd name="connsiteY8" fmla="*/ 507589 h 1107949"/>
                <a:gd name="connsiteX9" fmla="*/ 3253454 w 5035867"/>
                <a:gd name="connsiteY9" fmla="*/ 724378 h 1107949"/>
                <a:gd name="connsiteX10" fmla="*/ 3244025 w 5035867"/>
                <a:gd name="connsiteY10" fmla="*/ 732284 h 1107949"/>
                <a:gd name="connsiteX11" fmla="*/ 3244025 w 5035867"/>
                <a:gd name="connsiteY11" fmla="*/ 732284 h 1107949"/>
                <a:gd name="connsiteX12" fmla="*/ 3234690 w 5035867"/>
                <a:gd name="connsiteY12" fmla="*/ 724378 h 1107949"/>
                <a:gd name="connsiteX13" fmla="*/ 3201924 w 5035867"/>
                <a:gd name="connsiteY13" fmla="*/ 531307 h 1107949"/>
                <a:gd name="connsiteX14" fmla="*/ 3165634 w 5035867"/>
                <a:gd name="connsiteY14" fmla="*/ 593219 h 1107949"/>
                <a:gd name="connsiteX15" fmla="*/ 3157443 w 5035867"/>
                <a:gd name="connsiteY15" fmla="*/ 597886 h 1107949"/>
                <a:gd name="connsiteX16" fmla="*/ 9525 w 5035867"/>
                <a:gd name="connsiteY16" fmla="*/ 597886 h 1107949"/>
                <a:gd name="connsiteX17" fmla="*/ 0 w 5035867"/>
                <a:gd name="connsiteY17" fmla="*/ 588361 h 1107949"/>
                <a:gd name="connsiteX18" fmla="*/ 9525 w 5035867"/>
                <a:gd name="connsiteY18" fmla="*/ 578836 h 1107949"/>
                <a:gd name="connsiteX19" fmla="*/ 3152108 w 5035867"/>
                <a:gd name="connsiteY19" fmla="*/ 578836 h 1107949"/>
                <a:gd name="connsiteX20" fmla="*/ 3198876 w 5035867"/>
                <a:gd name="connsiteY20" fmla="*/ 499112 h 1107949"/>
                <a:gd name="connsiteX21" fmla="*/ 3208782 w 5035867"/>
                <a:gd name="connsiteY21" fmla="*/ 494540 h 1107949"/>
                <a:gd name="connsiteX22" fmla="*/ 3216497 w 5035867"/>
                <a:gd name="connsiteY22" fmla="*/ 502351 h 1107949"/>
                <a:gd name="connsiteX23" fmla="*/ 3244406 w 5035867"/>
                <a:gd name="connsiteY23" fmla="*/ 666561 h 1107949"/>
                <a:gd name="connsiteX24" fmla="*/ 3282887 w 5035867"/>
                <a:gd name="connsiteY24" fmla="*/ 445581 h 1107949"/>
                <a:gd name="connsiteX25" fmla="*/ 3292316 w 5035867"/>
                <a:gd name="connsiteY25" fmla="*/ 437676 h 1107949"/>
                <a:gd name="connsiteX26" fmla="*/ 3292412 w 5035867"/>
                <a:gd name="connsiteY26" fmla="*/ 437676 h 1107949"/>
                <a:gd name="connsiteX27" fmla="*/ 3301746 w 5035867"/>
                <a:gd name="connsiteY27" fmla="*/ 445867 h 1107949"/>
                <a:gd name="connsiteX28" fmla="*/ 3343466 w 5035867"/>
                <a:gd name="connsiteY28" fmla="*/ 732665 h 1107949"/>
                <a:gd name="connsiteX29" fmla="*/ 3459290 w 5035867"/>
                <a:gd name="connsiteY29" fmla="*/ 8003 h 1107949"/>
                <a:gd name="connsiteX30" fmla="*/ 3469005 w 5035867"/>
                <a:gd name="connsiteY30" fmla="*/ 2 h 1107949"/>
                <a:gd name="connsiteX31" fmla="*/ 3478149 w 5035867"/>
                <a:gd name="connsiteY31" fmla="*/ 8670 h 1107949"/>
                <a:gd name="connsiteX32" fmla="*/ 3567684 w 5035867"/>
                <a:gd name="connsiteY32" fmla="*/ 1010795 h 1107949"/>
                <a:gd name="connsiteX33" fmla="*/ 3648361 w 5035867"/>
                <a:gd name="connsiteY33" fmla="*/ 386622 h 1107949"/>
                <a:gd name="connsiteX34" fmla="*/ 3657791 w 5035867"/>
                <a:gd name="connsiteY34" fmla="*/ 378335 h 1107949"/>
                <a:gd name="connsiteX35" fmla="*/ 3657791 w 5035867"/>
                <a:gd name="connsiteY35" fmla="*/ 378335 h 1107949"/>
                <a:gd name="connsiteX36" fmla="*/ 3667220 w 5035867"/>
                <a:gd name="connsiteY36" fmla="*/ 386717 h 1107949"/>
                <a:gd name="connsiteX37" fmla="*/ 3709511 w 5035867"/>
                <a:gd name="connsiteY37" fmla="*/ 729807 h 1107949"/>
                <a:gd name="connsiteX38" fmla="*/ 3770090 w 5035867"/>
                <a:gd name="connsiteY38" fmla="*/ 482919 h 1107949"/>
                <a:gd name="connsiteX39" fmla="*/ 3779711 w 5035867"/>
                <a:gd name="connsiteY39" fmla="*/ 475681 h 1107949"/>
                <a:gd name="connsiteX40" fmla="*/ 3788760 w 5035867"/>
                <a:gd name="connsiteY40" fmla="*/ 483586 h 1107949"/>
                <a:gd name="connsiteX41" fmla="*/ 3817811 w 5035867"/>
                <a:gd name="connsiteY41" fmla="*/ 654846 h 1107949"/>
                <a:gd name="connsiteX42" fmla="*/ 3845910 w 5035867"/>
                <a:gd name="connsiteY42" fmla="*/ 563501 h 1107949"/>
                <a:gd name="connsiteX43" fmla="*/ 3854006 w 5035867"/>
                <a:gd name="connsiteY43" fmla="*/ 556833 h 1107949"/>
                <a:gd name="connsiteX44" fmla="*/ 3863340 w 5035867"/>
                <a:gd name="connsiteY44" fmla="*/ 561691 h 1107949"/>
                <a:gd name="connsiteX45" fmla="*/ 3901154 w 5035867"/>
                <a:gd name="connsiteY45" fmla="*/ 629890 h 1107949"/>
                <a:gd name="connsiteX46" fmla="*/ 3933063 w 5035867"/>
                <a:gd name="connsiteY46" fmla="*/ 583218 h 1107949"/>
                <a:gd name="connsiteX47" fmla="*/ 3940969 w 5035867"/>
                <a:gd name="connsiteY47" fmla="*/ 579122 h 1107949"/>
                <a:gd name="connsiteX48" fmla="*/ 5026343 w 5035867"/>
                <a:gd name="connsiteY48" fmla="*/ 579122 h 1107949"/>
                <a:gd name="connsiteX49" fmla="*/ 5035868 w 5035867"/>
                <a:gd name="connsiteY49" fmla="*/ 588647 h 1107949"/>
                <a:gd name="connsiteX50" fmla="*/ 5026343 w 5035867"/>
                <a:gd name="connsiteY50" fmla="*/ 598172 h 1107949"/>
                <a:gd name="connsiteX51" fmla="*/ 3945731 w 5035867"/>
                <a:gd name="connsiteY51" fmla="*/ 598172 h 1107949"/>
                <a:gd name="connsiteX52" fmla="*/ 3907917 w 5035867"/>
                <a:gd name="connsiteY52" fmla="*/ 653417 h 1107949"/>
                <a:gd name="connsiteX53" fmla="*/ 3899630 w 5035867"/>
                <a:gd name="connsiteY53" fmla="*/ 657513 h 1107949"/>
                <a:gd name="connsiteX54" fmla="*/ 3891725 w 5035867"/>
                <a:gd name="connsiteY54" fmla="*/ 652655 h 1107949"/>
                <a:gd name="connsiteX55" fmla="*/ 3857339 w 5035867"/>
                <a:gd name="connsiteY55" fmla="*/ 590552 h 1107949"/>
                <a:gd name="connsiteX56" fmla="*/ 3824097 w 5035867"/>
                <a:gd name="connsiteY56" fmla="*/ 698851 h 1107949"/>
                <a:gd name="connsiteX57" fmla="*/ 3814381 w 5035867"/>
                <a:gd name="connsiteY57" fmla="*/ 705519 h 1107949"/>
                <a:gd name="connsiteX58" fmla="*/ 3805619 w 5035867"/>
                <a:gd name="connsiteY58" fmla="*/ 697613 h 1107949"/>
                <a:gd name="connsiteX59" fmla="*/ 3777520 w 5035867"/>
                <a:gd name="connsiteY59" fmla="*/ 532164 h 1107949"/>
                <a:gd name="connsiteX60" fmla="*/ 3715512 w 5035867"/>
                <a:gd name="connsiteY60" fmla="*/ 784767 h 1107949"/>
                <a:gd name="connsiteX61" fmla="*/ 3705701 w 5035867"/>
                <a:gd name="connsiteY61" fmla="*/ 792006 h 1107949"/>
                <a:gd name="connsiteX62" fmla="*/ 3696843 w 5035867"/>
                <a:gd name="connsiteY62" fmla="*/ 783624 h 1107949"/>
                <a:gd name="connsiteX63" fmla="*/ 3657410 w 5035867"/>
                <a:gd name="connsiteY63" fmla="*/ 463965 h 1107949"/>
                <a:gd name="connsiteX64" fmla="*/ 3575209 w 5035867"/>
                <a:gd name="connsiteY64" fmla="*/ 1099854 h 1107949"/>
                <a:gd name="connsiteX65" fmla="*/ 3565684 w 5035867"/>
                <a:gd name="connsiteY65" fmla="*/ 1107950 h 1107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35867" h="1107949">
                  <a:moveTo>
                    <a:pt x="3565684" y="1107950"/>
                  </a:moveTo>
                  <a:cubicBezTo>
                    <a:pt x="3565589" y="1107950"/>
                    <a:pt x="3565589" y="1107950"/>
                    <a:pt x="3565493" y="1107950"/>
                  </a:cubicBezTo>
                  <a:cubicBezTo>
                    <a:pt x="3560636" y="1107855"/>
                    <a:pt x="3556635" y="1104140"/>
                    <a:pt x="3556159" y="1099282"/>
                  </a:cubicBezTo>
                  <a:lnTo>
                    <a:pt x="3465671" y="86584"/>
                  </a:lnTo>
                  <a:lnTo>
                    <a:pt x="3352133" y="797340"/>
                  </a:lnTo>
                  <a:cubicBezTo>
                    <a:pt x="3351371" y="802007"/>
                    <a:pt x="3347371" y="805341"/>
                    <a:pt x="3342704" y="805341"/>
                  </a:cubicBezTo>
                  <a:cubicBezTo>
                    <a:pt x="3342704" y="805341"/>
                    <a:pt x="3342704" y="805341"/>
                    <a:pt x="3342608" y="805341"/>
                  </a:cubicBezTo>
                  <a:cubicBezTo>
                    <a:pt x="3337941" y="805341"/>
                    <a:pt x="3333941" y="801816"/>
                    <a:pt x="3333274" y="797149"/>
                  </a:cubicBezTo>
                  <a:lnTo>
                    <a:pt x="3291173" y="507589"/>
                  </a:lnTo>
                  <a:lnTo>
                    <a:pt x="3253454" y="724378"/>
                  </a:lnTo>
                  <a:cubicBezTo>
                    <a:pt x="3252693" y="728950"/>
                    <a:pt x="3248692" y="732284"/>
                    <a:pt x="3244025" y="732284"/>
                  </a:cubicBezTo>
                  <a:cubicBezTo>
                    <a:pt x="3244025" y="732284"/>
                    <a:pt x="3244025" y="732284"/>
                    <a:pt x="3244025" y="732284"/>
                  </a:cubicBezTo>
                  <a:cubicBezTo>
                    <a:pt x="3239357" y="732284"/>
                    <a:pt x="3235452" y="728950"/>
                    <a:pt x="3234690" y="724378"/>
                  </a:cubicBezTo>
                  <a:lnTo>
                    <a:pt x="3201924" y="531307"/>
                  </a:lnTo>
                  <a:lnTo>
                    <a:pt x="3165634" y="593219"/>
                  </a:lnTo>
                  <a:cubicBezTo>
                    <a:pt x="3163919" y="596172"/>
                    <a:pt x="3160776" y="597886"/>
                    <a:pt x="3157443" y="597886"/>
                  </a:cubicBezTo>
                  <a:lnTo>
                    <a:pt x="9525" y="597886"/>
                  </a:lnTo>
                  <a:cubicBezTo>
                    <a:pt x="4286" y="597886"/>
                    <a:pt x="0" y="593600"/>
                    <a:pt x="0" y="588361"/>
                  </a:cubicBezTo>
                  <a:cubicBezTo>
                    <a:pt x="0" y="583123"/>
                    <a:pt x="4286" y="578836"/>
                    <a:pt x="9525" y="578836"/>
                  </a:cubicBezTo>
                  <a:lnTo>
                    <a:pt x="3152108" y="578836"/>
                  </a:lnTo>
                  <a:lnTo>
                    <a:pt x="3198876" y="499112"/>
                  </a:lnTo>
                  <a:cubicBezTo>
                    <a:pt x="3200876" y="495683"/>
                    <a:pt x="3204877" y="493873"/>
                    <a:pt x="3208782" y="494540"/>
                  </a:cubicBezTo>
                  <a:cubicBezTo>
                    <a:pt x="3212687" y="495302"/>
                    <a:pt x="3215831" y="498350"/>
                    <a:pt x="3216497" y="502351"/>
                  </a:cubicBezTo>
                  <a:lnTo>
                    <a:pt x="3244406" y="666561"/>
                  </a:lnTo>
                  <a:lnTo>
                    <a:pt x="3282887" y="445581"/>
                  </a:lnTo>
                  <a:cubicBezTo>
                    <a:pt x="3283649" y="441010"/>
                    <a:pt x="3287649" y="437676"/>
                    <a:pt x="3292316" y="437676"/>
                  </a:cubicBezTo>
                  <a:cubicBezTo>
                    <a:pt x="3292316" y="437676"/>
                    <a:pt x="3292412" y="437676"/>
                    <a:pt x="3292412" y="437676"/>
                  </a:cubicBezTo>
                  <a:cubicBezTo>
                    <a:pt x="3297079" y="437771"/>
                    <a:pt x="3300984" y="441200"/>
                    <a:pt x="3301746" y="445867"/>
                  </a:cubicBezTo>
                  <a:lnTo>
                    <a:pt x="3343466" y="732665"/>
                  </a:lnTo>
                  <a:lnTo>
                    <a:pt x="3459290" y="8003"/>
                  </a:lnTo>
                  <a:cubicBezTo>
                    <a:pt x="3460052" y="3240"/>
                    <a:pt x="3464243" y="-93"/>
                    <a:pt x="3469005" y="2"/>
                  </a:cubicBezTo>
                  <a:cubicBezTo>
                    <a:pt x="3473768" y="193"/>
                    <a:pt x="3477768" y="3907"/>
                    <a:pt x="3478149" y="8670"/>
                  </a:cubicBezTo>
                  <a:lnTo>
                    <a:pt x="3567684" y="1010795"/>
                  </a:lnTo>
                  <a:lnTo>
                    <a:pt x="3648361" y="386622"/>
                  </a:lnTo>
                  <a:cubicBezTo>
                    <a:pt x="3648932" y="381859"/>
                    <a:pt x="3653028" y="378335"/>
                    <a:pt x="3657791" y="378335"/>
                  </a:cubicBezTo>
                  <a:cubicBezTo>
                    <a:pt x="3657791" y="378335"/>
                    <a:pt x="3657791" y="378335"/>
                    <a:pt x="3657791" y="378335"/>
                  </a:cubicBezTo>
                  <a:cubicBezTo>
                    <a:pt x="3662553" y="378335"/>
                    <a:pt x="3666649" y="381955"/>
                    <a:pt x="3667220" y="386717"/>
                  </a:cubicBezTo>
                  <a:lnTo>
                    <a:pt x="3709511" y="729807"/>
                  </a:lnTo>
                  <a:lnTo>
                    <a:pt x="3770090" y="482919"/>
                  </a:lnTo>
                  <a:cubicBezTo>
                    <a:pt x="3771138" y="478538"/>
                    <a:pt x="3775234" y="475490"/>
                    <a:pt x="3779711" y="475681"/>
                  </a:cubicBezTo>
                  <a:cubicBezTo>
                    <a:pt x="3784187" y="475871"/>
                    <a:pt x="3787997" y="479110"/>
                    <a:pt x="3788760" y="483586"/>
                  </a:cubicBezTo>
                  <a:lnTo>
                    <a:pt x="3817811" y="654846"/>
                  </a:lnTo>
                  <a:lnTo>
                    <a:pt x="3845910" y="563501"/>
                  </a:lnTo>
                  <a:cubicBezTo>
                    <a:pt x="3847052" y="559882"/>
                    <a:pt x="3850196" y="557215"/>
                    <a:pt x="3854006" y="556833"/>
                  </a:cubicBezTo>
                  <a:cubicBezTo>
                    <a:pt x="3857720" y="556453"/>
                    <a:pt x="3861435" y="558357"/>
                    <a:pt x="3863340" y="561691"/>
                  </a:cubicBezTo>
                  <a:lnTo>
                    <a:pt x="3901154" y="629890"/>
                  </a:lnTo>
                  <a:lnTo>
                    <a:pt x="3933063" y="583218"/>
                  </a:lnTo>
                  <a:cubicBezTo>
                    <a:pt x="3934873" y="580646"/>
                    <a:pt x="3937826" y="579122"/>
                    <a:pt x="3940969" y="579122"/>
                  </a:cubicBezTo>
                  <a:lnTo>
                    <a:pt x="5026343" y="579122"/>
                  </a:lnTo>
                  <a:cubicBezTo>
                    <a:pt x="5031582" y="579122"/>
                    <a:pt x="5035868" y="583408"/>
                    <a:pt x="5035868" y="588647"/>
                  </a:cubicBezTo>
                  <a:cubicBezTo>
                    <a:pt x="5035868" y="593886"/>
                    <a:pt x="5031582" y="598172"/>
                    <a:pt x="5026343" y="598172"/>
                  </a:cubicBezTo>
                  <a:lnTo>
                    <a:pt x="3945731" y="598172"/>
                  </a:lnTo>
                  <a:lnTo>
                    <a:pt x="3907917" y="653417"/>
                  </a:lnTo>
                  <a:cubicBezTo>
                    <a:pt x="3906012" y="656179"/>
                    <a:pt x="3902964" y="657608"/>
                    <a:pt x="3899630" y="657513"/>
                  </a:cubicBezTo>
                  <a:cubicBezTo>
                    <a:pt x="3896297" y="657322"/>
                    <a:pt x="3893344" y="655512"/>
                    <a:pt x="3891725" y="652655"/>
                  </a:cubicBezTo>
                  <a:lnTo>
                    <a:pt x="3857339" y="590552"/>
                  </a:lnTo>
                  <a:lnTo>
                    <a:pt x="3824097" y="698851"/>
                  </a:lnTo>
                  <a:cubicBezTo>
                    <a:pt x="3822764" y="703042"/>
                    <a:pt x="3818858" y="705900"/>
                    <a:pt x="3814381" y="705519"/>
                  </a:cubicBezTo>
                  <a:cubicBezTo>
                    <a:pt x="3810000" y="705233"/>
                    <a:pt x="3806381" y="701994"/>
                    <a:pt x="3805619" y="697613"/>
                  </a:cubicBezTo>
                  <a:lnTo>
                    <a:pt x="3777520" y="532164"/>
                  </a:lnTo>
                  <a:lnTo>
                    <a:pt x="3715512" y="784767"/>
                  </a:lnTo>
                  <a:cubicBezTo>
                    <a:pt x="3714369" y="789244"/>
                    <a:pt x="3710369" y="792291"/>
                    <a:pt x="3705701" y="792006"/>
                  </a:cubicBezTo>
                  <a:cubicBezTo>
                    <a:pt x="3701129" y="791720"/>
                    <a:pt x="3697415" y="788196"/>
                    <a:pt x="3696843" y="783624"/>
                  </a:cubicBezTo>
                  <a:lnTo>
                    <a:pt x="3657410" y="463965"/>
                  </a:lnTo>
                  <a:lnTo>
                    <a:pt x="3575209" y="1099854"/>
                  </a:lnTo>
                  <a:cubicBezTo>
                    <a:pt x="3574542" y="1104426"/>
                    <a:pt x="3570446" y="1107950"/>
                    <a:pt x="3565684" y="110795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68534B0-9A3F-D40E-EF96-1767C60AAD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6424354"/>
              <a:ext cx="965200" cy="0"/>
            </a:xfrm>
            <a:prstGeom prst="line">
              <a:avLst/>
            </a:prstGeom>
            <a:ln cap="rnd">
              <a:solidFill>
                <a:schemeClr val="accent3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7FA3E86-AEA7-68D6-7D5B-8FEBB0029DB9}"/>
              </a:ext>
            </a:extLst>
          </p:cNvPr>
          <p:cNvSpPr txBox="1"/>
          <p:nvPr/>
        </p:nvSpPr>
        <p:spPr>
          <a:xfrm>
            <a:off x="9384632" y="380050"/>
            <a:ext cx="2426368" cy="2616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100" dirty="0">
                <a:solidFill>
                  <a:schemeClr val="accent1"/>
                </a:solidFill>
                <a:latin typeface="Manrope" pitchFamily="2" charset="0"/>
              </a:rPr>
              <a:t>© 2025.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6157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2E0C21E2-7EF4-91A1-049A-495845C7F37C}"/>
              </a:ext>
            </a:extLst>
          </p:cNvPr>
          <p:cNvGrpSpPr/>
          <p:nvPr/>
        </p:nvGrpSpPr>
        <p:grpSpPr>
          <a:xfrm>
            <a:off x="432585" y="585042"/>
            <a:ext cx="5453745" cy="2708434"/>
            <a:chOff x="6357255" y="2019992"/>
            <a:chExt cx="5453745" cy="2708434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7F166A-ECFA-D8D7-2E45-27ABF9B9D17D}"/>
                </a:ext>
              </a:extLst>
            </p:cNvPr>
            <p:cNvSpPr txBox="1"/>
            <p:nvPr/>
          </p:nvSpPr>
          <p:spPr>
            <a:xfrm>
              <a:off x="6357255" y="3651208"/>
              <a:ext cx="5453745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People worldwide face communication barriers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78DC8AA-DC84-D708-3A95-0DD2B651FA49}"/>
                </a:ext>
              </a:extLst>
            </p:cNvPr>
            <p:cNvSpPr txBox="1"/>
            <p:nvPr/>
          </p:nvSpPr>
          <p:spPr>
            <a:xfrm>
              <a:off x="6357256" y="2019992"/>
              <a:ext cx="3098992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4000" b="1" dirty="0">
                  <a:solidFill>
                    <a:schemeClr val="accent2"/>
                  </a:solidFill>
                </a:rPr>
                <a:t>OVER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35C88F-7E95-BC95-2FE7-606B409E0271}"/>
                </a:ext>
              </a:extLst>
            </p:cNvPr>
            <p:cNvSpPr txBox="1"/>
            <p:nvPr/>
          </p:nvSpPr>
          <p:spPr>
            <a:xfrm>
              <a:off x="6357256" y="2727878"/>
              <a:ext cx="524546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5400" dirty="0">
                  <a:solidFill>
                    <a:schemeClr val="accent1"/>
                  </a:solidFill>
                  <a:latin typeface="+mj-lt"/>
                </a:rPr>
                <a:t>430 MILLION </a:t>
              </a:r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B67A6F6-0FD1-6AFE-0AD2-DE54A90DFF21}"/>
                </a:ext>
              </a:extLst>
            </p:cNvPr>
            <p:cNvCxnSpPr>
              <a:cxnSpLocks/>
            </p:cNvCxnSpPr>
            <p:nvPr/>
          </p:nvCxnSpPr>
          <p:spPr>
            <a:xfrm>
              <a:off x="8251452" y="2373935"/>
              <a:ext cx="831850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4039B345-8279-C8F8-68B5-85E725D57572}"/>
              </a:ext>
            </a:extLst>
          </p:cNvPr>
          <p:cNvGrpSpPr/>
          <p:nvPr/>
        </p:nvGrpSpPr>
        <p:grpSpPr>
          <a:xfrm>
            <a:off x="6673971" y="3666177"/>
            <a:ext cx="4610879" cy="2134672"/>
            <a:chOff x="381000" y="2348961"/>
            <a:chExt cx="4610879" cy="2134672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D9FDD1D-559A-62BB-FE3D-3907A4E421C7}"/>
                </a:ext>
              </a:extLst>
            </p:cNvPr>
            <p:cNvSpPr txBox="1"/>
            <p:nvPr/>
          </p:nvSpPr>
          <p:spPr>
            <a:xfrm>
              <a:off x="882022" y="2391627"/>
              <a:ext cx="3443235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DUE TO PARALYSIS</a:t>
              </a:r>
            </a:p>
          </p:txBody>
        </p:sp>
        <p:sp>
          <p:nvSpPr>
            <p:cNvPr id="10" name="Freeform 43">
              <a:extLst>
                <a:ext uri="{FF2B5EF4-FFF2-40B4-BE49-F238E27FC236}">
                  <a16:creationId xmlns:a16="http://schemas.microsoft.com/office/drawing/2014/main" id="{767AB192-7251-2A5A-B140-5FB39ABD04E9}"/>
                </a:ext>
              </a:extLst>
            </p:cNvPr>
            <p:cNvSpPr/>
            <p:nvPr/>
          </p:nvSpPr>
          <p:spPr>
            <a:xfrm rot="10800000" flipH="1">
              <a:off x="381000" y="2348961"/>
              <a:ext cx="273623" cy="546999"/>
            </a:xfrm>
            <a:custGeom>
              <a:avLst/>
              <a:gdLst>
                <a:gd name="connsiteX0" fmla="*/ 0 w 322436"/>
                <a:gd name="connsiteY0" fmla="*/ 322288 h 644578"/>
                <a:gd name="connsiteX1" fmla="*/ 0 w 322436"/>
                <a:gd name="connsiteY1" fmla="*/ 322289 h 644578"/>
                <a:gd name="connsiteX2" fmla="*/ 0 w 322436"/>
                <a:gd name="connsiteY2" fmla="*/ 322289 h 644578"/>
                <a:gd name="connsiteX3" fmla="*/ 322289 w 322436"/>
                <a:gd name="connsiteY3" fmla="*/ 0 h 644578"/>
                <a:gd name="connsiteX4" fmla="*/ 322436 w 322436"/>
                <a:gd name="connsiteY4" fmla="*/ 15 h 644578"/>
                <a:gd name="connsiteX5" fmla="*/ 322436 w 322436"/>
                <a:gd name="connsiteY5" fmla="*/ 644563 h 644578"/>
                <a:gd name="connsiteX6" fmla="*/ 322288 w 322436"/>
                <a:gd name="connsiteY6" fmla="*/ 644578 h 644578"/>
                <a:gd name="connsiteX7" fmla="*/ 322289 w 322436"/>
                <a:gd name="connsiteY7" fmla="*/ 644577 h 644578"/>
                <a:gd name="connsiteX8" fmla="*/ 6548 w 322436"/>
                <a:gd name="connsiteY8" fmla="*/ 387241 h 644578"/>
                <a:gd name="connsiteX9" fmla="*/ 0 w 322436"/>
                <a:gd name="connsiteY9" fmla="*/ 322289 h 644578"/>
                <a:gd name="connsiteX10" fmla="*/ 6548 w 322436"/>
                <a:gd name="connsiteY10" fmla="*/ 257337 h 644578"/>
                <a:gd name="connsiteX11" fmla="*/ 322289 w 322436"/>
                <a:gd name="connsiteY11" fmla="*/ 0 h 64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436" h="644578">
                  <a:moveTo>
                    <a:pt x="0" y="322288"/>
                  </a:moveTo>
                  <a:lnTo>
                    <a:pt x="0" y="322289"/>
                  </a:lnTo>
                  <a:lnTo>
                    <a:pt x="0" y="322289"/>
                  </a:lnTo>
                  <a:close/>
                  <a:moveTo>
                    <a:pt x="322289" y="0"/>
                  </a:moveTo>
                  <a:lnTo>
                    <a:pt x="322436" y="15"/>
                  </a:lnTo>
                  <a:lnTo>
                    <a:pt x="322436" y="644563"/>
                  </a:lnTo>
                  <a:lnTo>
                    <a:pt x="322288" y="644578"/>
                  </a:lnTo>
                  <a:lnTo>
                    <a:pt x="322289" y="644577"/>
                  </a:lnTo>
                  <a:cubicBezTo>
                    <a:pt x="166544" y="644577"/>
                    <a:pt x="36600" y="534102"/>
                    <a:pt x="6548" y="387241"/>
                  </a:cubicBezTo>
                  <a:lnTo>
                    <a:pt x="0" y="322289"/>
                  </a:lnTo>
                  <a:lnTo>
                    <a:pt x="6548" y="257337"/>
                  </a:lnTo>
                  <a:cubicBezTo>
                    <a:pt x="36600" y="110475"/>
                    <a:pt x="166544" y="0"/>
                    <a:pt x="322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F57AB9B-855F-F7BE-FC6F-2ED33A12A9AE}"/>
                </a:ext>
              </a:extLst>
            </p:cNvPr>
            <p:cNvSpPr/>
            <p:nvPr/>
          </p:nvSpPr>
          <p:spPr>
            <a:xfrm>
              <a:off x="552471" y="2520305"/>
              <a:ext cx="204303" cy="20430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0136E7E-8D40-734B-ED86-2A9E0FFDEB95}"/>
                </a:ext>
              </a:extLst>
            </p:cNvPr>
            <p:cNvSpPr txBox="1"/>
            <p:nvPr/>
          </p:nvSpPr>
          <p:spPr>
            <a:xfrm>
              <a:off x="882023" y="3185463"/>
              <a:ext cx="4109856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NEUROLOGICAL INJURIES</a:t>
              </a:r>
            </a:p>
          </p:txBody>
        </p: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6CEB0B6-8D08-29CB-CAEF-D197205A8B40}"/>
                </a:ext>
              </a:extLst>
            </p:cNvPr>
            <p:cNvGrpSpPr/>
            <p:nvPr/>
          </p:nvGrpSpPr>
          <p:grpSpPr>
            <a:xfrm>
              <a:off x="381000" y="3142797"/>
              <a:ext cx="375774" cy="546999"/>
              <a:chOff x="728280" y="3152362"/>
              <a:chExt cx="252361" cy="367352"/>
            </a:xfrm>
          </p:grpSpPr>
          <p:sp>
            <p:nvSpPr>
              <p:cNvPr id="14" name="Freeform 43">
                <a:extLst>
                  <a:ext uri="{FF2B5EF4-FFF2-40B4-BE49-F238E27FC236}">
                    <a16:creationId xmlns:a16="http://schemas.microsoft.com/office/drawing/2014/main" id="{6CC68A05-4C57-40BF-2156-A2F58A06CC26}"/>
                  </a:ext>
                </a:extLst>
              </p:cNvPr>
              <p:cNvSpPr/>
              <p:nvPr/>
            </p:nvSpPr>
            <p:spPr>
              <a:xfrm rot="10800000" flipH="1">
                <a:off x="728280" y="3152362"/>
                <a:ext cx="183759" cy="36735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447A091-C82A-06E0-725A-121103268D4F}"/>
                  </a:ext>
                </a:extLst>
              </p:cNvPr>
              <p:cNvSpPr/>
              <p:nvPr/>
            </p:nvSpPr>
            <p:spPr>
              <a:xfrm>
                <a:off x="843436" y="3267433"/>
                <a:ext cx="137205" cy="13720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05F017E-3BE4-9353-CCAE-3D7A4B447556}"/>
                </a:ext>
              </a:extLst>
            </p:cNvPr>
            <p:cNvSpPr txBox="1"/>
            <p:nvPr/>
          </p:nvSpPr>
          <p:spPr>
            <a:xfrm>
              <a:off x="882022" y="3979300"/>
              <a:ext cx="3758195" cy="461665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2400" dirty="0">
                  <a:solidFill>
                    <a:schemeClr val="accent1"/>
                  </a:solidFill>
                  <a:latin typeface="+mj-lt"/>
                </a:rPr>
                <a:t>LOCKED IN SYNDROME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8D2A9DEF-4092-8075-54D8-81B078375E6A}"/>
                </a:ext>
              </a:extLst>
            </p:cNvPr>
            <p:cNvGrpSpPr/>
            <p:nvPr/>
          </p:nvGrpSpPr>
          <p:grpSpPr>
            <a:xfrm>
              <a:off x="381000" y="3936634"/>
              <a:ext cx="375774" cy="546999"/>
              <a:chOff x="728280" y="3152362"/>
              <a:chExt cx="252361" cy="367352"/>
            </a:xfrm>
          </p:grpSpPr>
          <p:sp>
            <p:nvSpPr>
              <p:cNvPr id="18" name="Freeform 43">
                <a:extLst>
                  <a:ext uri="{FF2B5EF4-FFF2-40B4-BE49-F238E27FC236}">
                    <a16:creationId xmlns:a16="http://schemas.microsoft.com/office/drawing/2014/main" id="{715197D4-29EE-098A-C64D-D99DB0CC2CC3}"/>
                  </a:ext>
                </a:extLst>
              </p:cNvPr>
              <p:cNvSpPr/>
              <p:nvPr/>
            </p:nvSpPr>
            <p:spPr>
              <a:xfrm rot="10800000" flipH="1">
                <a:off x="728280" y="3152362"/>
                <a:ext cx="183759" cy="36735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E90C01D9-1E8D-44CD-04E9-7003C34AFED2}"/>
                  </a:ext>
                </a:extLst>
              </p:cNvPr>
              <p:cNvSpPr/>
              <p:nvPr/>
            </p:nvSpPr>
            <p:spPr>
              <a:xfrm>
                <a:off x="843436" y="3267433"/>
                <a:ext cx="137205" cy="137205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5A9CD0A-5F47-46BB-58AD-D91875040CB1}"/>
              </a:ext>
            </a:extLst>
          </p:cNvPr>
          <p:cNvGrpSpPr/>
          <p:nvPr/>
        </p:nvGrpSpPr>
        <p:grpSpPr>
          <a:xfrm>
            <a:off x="519896" y="3548012"/>
            <a:ext cx="5453745" cy="2371003"/>
            <a:chOff x="381001" y="451760"/>
            <a:chExt cx="5288636" cy="2299222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68A1D385-1B65-21E6-CB41-D8E2C309994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0" t="18714" r="4023" b="15626"/>
            <a:stretch>
              <a:fillRect/>
            </a:stretch>
          </p:blipFill>
          <p:spPr>
            <a:xfrm>
              <a:off x="381001" y="451760"/>
              <a:ext cx="4942114" cy="2299222"/>
            </a:xfrm>
            <a:prstGeom prst="rect">
              <a:avLst/>
            </a:prstGeom>
          </p:spPr>
        </p:pic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FEE3145-F69D-32A8-F417-D2F4A14AFA42}"/>
                </a:ext>
              </a:extLst>
            </p:cNvPr>
            <p:cNvGrpSpPr/>
            <p:nvPr/>
          </p:nvGrpSpPr>
          <p:grpSpPr>
            <a:xfrm>
              <a:off x="4976591" y="800955"/>
              <a:ext cx="693046" cy="693046"/>
              <a:chOff x="3322320" y="909815"/>
              <a:chExt cx="693046" cy="693046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0603361C-78B3-13B2-5036-CD6111D01A47}"/>
                  </a:ext>
                </a:extLst>
              </p:cNvPr>
              <p:cNvSpPr/>
              <p:nvPr/>
            </p:nvSpPr>
            <p:spPr>
              <a:xfrm>
                <a:off x="3322320" y="909815"/>
                <a:ext cx="693046" cy="693046"/>
              </a:xfrm>
              <a:prstGeom prst="ellipse">
                <a:avLst/>
              </a:prstGeom>
              <a:gradFill>
                <a:gsLst>
                  <a:gs pos="100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132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D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Google Shape;3784;p39">
                <a:extLst>
                  <a:ext uri="{FF2B5EF4-FFF2-40B4-BE49-F238E27FC236}">
                    <a16:creationId xmlns:a16="http://schemas.microsoft.com/office/drawing/2014/main" id="{0F8179AB-12FF-3BA1-1D4C-0C75EA490DE0}"/>
                  </a:ext>
                </a:extLst>
              </p:cNvPr>
              <p:cNvSpPr/>
              <p:nvPr/>
            </p:nvSpPr>
            <p:spPr>
              <a:xfrm>
                <a:off x="3516443" y="1108166"/>
                <a:ext cx="304801" cy="29634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432" y="9411"/>
                    </a:moveTo>
                    <a:lnTo>
                      <a:pt x="9191" y="1963"/>
                    </a:lnTo>
                    <a:lnTo>
                      <a:pt x="11100" y="0"/>
                    </a:lnTo>
                    <a:lnTo>
                      <a:pt x="21600" y="10800"/>
                    </a:lnTo>
                    <a:lnTo>
                      <a:pt x="11100" y="21600"/>
                    </a:lnTo>
                    <a:lnTo>
                      <a:pt x="9191" y="19637"/>
                    </a:lnTo>
                    <a:lnTo>
                      <a:pt x="16432" y="12188"/>
                    </a:lnTo>
                    <a:lnTo>
                      <a:pt x="0" y="12188"/>
                    </a:lnTo>
                    <a:lnTo>
                      <a:pt x="0" y="94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1E9F7120-466F-410E-48A5-0630455233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97" t="12797" r="12597" b="7584"/>
          <a:stretch>
            <a:fillRect/>
          </a:stretch>
        </p:blipFill>
        <p:spPr>
          <a:xfrm>
            <a:off x="6595332" y="0"/>
            <a:ext cx="4331313" cy="3076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806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02FDC2-795F-5A85-0F51-1666DE705DFA}"/>
              </a:ext>
            </a:extLst>
          </p:cNvPr>
          <p:cNvSpPr txBox="1"/>
          <p:nvPr/>
        </p:nvSpPr>
        <p:spPr>
          <a:xfrm>
            <a:off x="432586" y="1486923"/>
            <a:ext cx="63968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1"/>
                </a:solidFill>
                <a:latin typeface="+mj-lt"/>
              </a:rPr>
              <a:t>Dr. </a:t>
            </a:r>
            <a:r>
              <a:rPr lang="en-US" sz="4000" dirty="0" err="1">
                <a:solidFill>
                  <a:schemeClr val="accent1"/>
                </a:solidFill>
                <a:latin typeface="+mj-lt"/>
              </a:rPr>
              <a:t>Elmoatez</a:t>
            </a:r>
            <a:r>
              <a:rPr lang="en-US" sz="4000" dirty="0">
                <a:solidFill>
                  <a:schemeClr val="accent1"/>
                </a:solidFill>
                <a:latin typeface="+mj-lt"/>
              </a:rPr>
              <a:t> </a:t>
            </a:r>
            <a:r>
              <a:rPr lang="en-US" sz="4000" dirty="0" err="1">
                <a:solidFill>
                  <a:schemeClr val="accent1"/>
                </a:solidFill>
                <a:latin typeface="+mj-lt"/>
              </a:rPr>
              <a:t>Nagoudi</a:t>
            </a:r>
            <a:endParaRPr lang="en-US" sz="4000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8D6A3D-C538-A507-FE6F-D6BD7D7F5267}"/>
              </a:ext>
            </a:extLst>
          </p:cNvPr>
          <p:cNvSpPr/>
          <p:nvPr/>
        </p:nvSpPr>
        <p:spPr>
          <a:xfrm>
            <a:off x="554444" y="2694550"/>
            <a:ext cx="2280158" cy="2676525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6954F92-0A39-7C02-D8EE-0BFB03F5247A}"/>
              </a:ext>
            </a:extLst>
          </p:cNvPr>
          <p:cNvSpPr/>
          <p:nvPr/>
        </p:nvSpPr>
        <p:spPr>
          <a:xfrm>
            <a:off x="1026882" y="3083269"/>
            <a:ext cx="1335280" cy="133528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DB196F-4092-0B5F-9897-90F22775616A}"/>
              </a:ext>
            </a:extLst>
          </p:cNvPr>
          <p:cNvSpPr txBox="1"/>
          <p:nvPr/>
        </p:nvSpPr>
        <p:spPr>
          <a:xfrm>
            <a:off x="646676" y="4710146"/>
            <a:ext cx="2095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Tareq Ghazi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31DF267-7089-26E2-4FB5-75AA5D671567}"/>
              </a:ext>
            </a:extLst>
          </p:cNvPr>
          <p:cNvSpPr/>
          <p:nvPr/>
        </p:nvSpPr>
        <p:spPr>
          <a:xfrm>
            <a:off x="3109655" y="2694550"/>
            <a:ext cx="2280158" cy="2676525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7AD0BD8-8309-27ED-90AC-A64260193E13}"/>
              </a:ext>
            </a:extLst>
          </p:cNvPr>
          <p:cNvSpPr/>
          <p:nvPr/>
        </p:nvSpPr>
        <p:spPr>
          <a:xfrm>
            <a:off x="3582093" y="3083269"/>
            <a:ext cx="1335280" cy="133528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E9C186B-05C4-A447-65B6-69773FAF04B3}"/>
              </a:ext>
            </a:extLst>
          </p:cNvPr>
          <p:cNvSpPr txBox="1"/>
          <p:nvPr/>
        </p:nvSpPr>
        <p:spPr>
          <a:xfrm>
            <a:off x="3185093" y="4710146"/>
            <a:ext cx="21292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Ahmed Yasser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E45130D-5F98-CCE3-54E4-AB2B98F96BF4}"/>
              </a:ext>
            </a:extLst>
          </p:cNvPr>
          <p:cNvSpPr/>
          <p:nvPr/>
        </p:nvSpPr>
        <p:spPr>
          <a:xfrm>
            <a:off x="5664866" y="2694550"/>
            <a:ext cx="2280158" cy="2676525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ABCFF04-7FF4-F423-DB66-D5A88CB8DFC2}"/>
              </a:ext>
            </a:extLst>
          </p:cNvPr>
          <p:cNvSpPr/>
          <p:nvPr/>
        </p:nvSpPr>
        <p:spPr>
          <a:xfrm>
            <a:off x="6137304" y="3083269"/>
            <a:ext cx="1335280" cy="1335280"/>
          </a:xfrm>
          <a:prstGeom prst="ellipse">
            <a:avLst/>
          </a:prstGeom>
          <a:solidFill>
            <a:schemeClr val="accent3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06FC485-D7F2-7A74-1DAF-8EBCC6891DBD}"/>
              </a:ext>
            </a:extLst>
          </p:cNvPr>
          <p:cNvSpPr txBox="1"/>
          <p:nvPr/>
        </p:nvSpPr>
        <p:spPr>
          <a:xfrm>
            <a:off x="5757098" y="4710146"/>
            <a:ext cx="2095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Anas Houri</a:t>
            </a:r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9685CA2F-B85A-E1FB-FAA2-3E025934C6DB}"/>
              </a:ext>
            </a:extLst>
          </p:cNvPr>
          <p:cNvSpPr/>
          <p:nvPr/>
        </p:nvSpPr>
        <p:spPr>
          <a:xfrm rot="16200000" flipH="1">
            <a:off x="8263963" y="1443038"/>
            <a:ext cx="3884154" cy="3971925"/>
          </a:xfrm>
          <a:prstGeom prst="round2SameRect">
            <a:avLst>
              <a:gd name="adj1" fmla="val 8025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8E59C5AF-7CB2-BEB0-4C03-0E5785046CD0}"/>
              </a:ext>
            </a:extLst>
          </p:cNvPr>
          <p:cNvGrpSpPr/>
          <p:nvPr/>
        </p:nvGrpSpPr>
        <p:grpSpPr>
          <a:xfrm>
            <a:off x="8445500" y="2354164"/>
            <a:ext cx="3971926" cy="1107996"/>
            <a:chOff x="8445500" y="1825477"/>
            <a:chExt cx="3971926" cy="1107996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16D716B-E8E0-9000-F408-D9D02A7E3C73}"/>
                </a:ext>
              </a:extLst>
            </p:cNvPr>
            <p:cNvSpPr txBox="1"/>
            <p:nvPr/>
          </p:nvSpPr>
          <p:spPr>
            <a:xfrm>
              <a:off x="8445500" y="1825477"/>
              <a:ext cx="19253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Volunteers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EEFF9934-7E9F-C534-8B8A-417CBE6C4413}"/>
                </a:ext>
              </a:extLst>
            </p:cNvPr>
            <p:cNvSpPr txBox="1"/>
            <p:nvPr/>
          </p:nvSpPr>
          <p:spPr>
            <a:xfrm>
              <a:off x="8445500" y="2194809"/>
              <a:ext cx="1996948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Prof. Yasser Mansour</a:t>
              </a:r>
            </a:p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Khaled Abdou</a:t>
              </a:r>
            </a:p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Omar Houri</a:t>
              </a:r>
            </a:p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Omar Yasser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8D90F9C-1E8F-C7F7-67C4-224DA4ACE6BF}"/>
                </a:ext>
              </a:extLst>
            </p:cNvPr>
            <p:cNvSpPr txBox="1"/>
            <p:nvPr/>
          </p:nvSpPr>
          <p:spPr>
            <a:xfrm>
              <a:off x="10263506" y="2194809"/>
              <a:ext cx="215392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Omar </a:t>
              </a:r>
              <a:r>
                <a:rPr lang="en-US" sz="1050" dirty="0" err="1">
                  <a:solidFill>
                    <a:schemeClr val="bg1"/>
                  </a:solidFill>
                </a:rPr>
                <a:t>Yassini</a:t>
              </a:r>
              <a:endParaRPr lang="en-US" sz="1050" dirty="0">
                <a:solidFill>
                  <a:schemeClr val="bg1"/>
                </a:solidFill>
              </a:endParaRPr>
            </a:p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ElSayed Azab</a:t>
              </a:r>
            </a:p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Jude </a:t>
              </a:r>
              <a:r>
                <a:rPr lang="en-US" sz="1050" dirty="0" err="1">
                  <a:solidFill>
                    <a:schemeClr val="bg1"/>
                  </a:solidFill>
                </a:rPr>
                <a:t>Albuthie</a:t>
              </a:r>
              <a:endParaRPr lang="en-US" sz="1050" dirty="0">
                <a:solidFill>
                  <a:schemeClr val="bg1"/>
                </a:solidFill>
              </a:endParaRPr>
            </a:p>
            <a:p>
              <a:pPr marL="128016" indent="-128016">
                <a:buFont typeface="Arial" panose="020B0604020202020204" pitchFamily="34" charset="0"/>
                <a:buChar char="•"/>
              </a:pPr>
              <a:r>
                <a:rPr lang="en-US" sz="1050" dirty="0">
                  <a:solidFill>
                    <a:schemeClr val="bg1"/>
                  </a:solidFill>
                </a:rPr>
                <a:t>Ammar </a:t>
              </a:r>
              <a:r>
                <a:rPr lang="en-US" sz="1050" dirty="0" err="1">
                  <a:solidFill>
                    <a:schemeClr val="bg1"/>
                  </a:solidFill>
                </a:rPr>
                <a:t>Wohaibi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378D70AF-9AD8-BB6F-CB0F-65BACA92E040}"/>
              </a:ext>
            </a:extLst>
          </p:cNvPr>
          <p:cNvGrpSpPr/>
          <p:nvPr/>
        </p:nvGrpSpPr>
        <p:grpSpPr>
          <a:xfrm>
            <a:off x="8445500" y="3608891"/>
            <a:ext cx="1996948" cy="623248"/>
            <a:chOff x="8445500" y="3075660"/>
            <a:chExt cx="1996948" cy="623248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5CAFA55-F5B7-084A-DF5C-D6A203B4A8EB}"/>
                </a:ext>
              </a:extLst>
            </p:cNvPr>
            <p:cNvSpPr txBox="1"/>
            <p:nvPr/>
          </p:nvSpPr>
          <p:spPr>
            <a:xfrm>
              <a:off x="8445500" y="3075660"/>
              <a:ext cx="19253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Videographer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9C4835BC-FDF8-7078-AAC5-535E78B3CB1F}"/>
                </a:ext>
              </a:extLst>
            </p:cNvPr>
            <p:cNvSpPr txBox="1"/>
            <p:nvPr/>
          </p:nvSpPr>
          <p:spPr>
            <a:xfrm>
              <a:off x="8445500" y="3444992"/>
              <a:ext cx="1996948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Sereen Hashem</a:t>
              </a: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AD1158D-4515-BC99-9AA4-951762061DB6}"/>
              </a:ext>
            </a:extLst>
          </p:cNvPr>
          <p:cNvGrpSpPr/>
          <p:nvPr/>
        </p:nvGrpSpPr>
        <p:grpSpPr>
          <a:xfrm>
            <a:off x="8445500" y="4378870"/>
            <a:ext cx="1996948" cy="784830"/>
            <a:chOff x="8445500" y="3771845"/>
            <a:chExt cx="1996948" cy="784830"/>
          </a:xfrm>
        </p:grpSpPr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C67BE97-FDEB-6EFC-80FA-D5676693DC09}"/>
                </a:ext>
              </a:extLst>
            </p:cNvPr>
            <p:cNvSpPr txBox="1"/>
            <p:nvPr/>
          </p:nvSpPr>
          <p:spPr>
            <a:xfrm>
              <a:off x="8445500" y="3771845"/>
              <a:ext cx="19253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Actors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C00E6EE4-9DF4-6FE7-D0A9-A3CB530F40FF}"/>
                </a:ext>
              </a:extLst>
            </p:cNvPr>
            <p:cNvSpPr txBox="1"/>
            <p:nvPr/>
          </p:nvSpPr>
          <p:spPr>
            <a:xfrm>
              <a:off x="8445500" y="4141177"/>
              <a:ext cx="1996948" cy="4154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Khaled Abdou</a:t>
              </a:r>
            </a:p>
            <a:p>
              <a:r>
                <a:rPr lang="en-US" sz="1050" dirty="0">
                  <a:solidFill>
                    <a:schemeClr val="bg1"/>
                  </a:solidFill>
                </a:rPr>
                <a:t>Hassan </a:t>
              </a:r>
              <a:r>
                <a:rPr lang="en-US" sz="1050" dirty="0" err="1">
                  <a:solidFill>
                    <a:schemeClr val="bg1"/>
                  </a:solidFill>
                </a:rPr>
                <a:t>Mudather</a:t>
              </a:r>
              <a:endParaRPr lang="en-US" sz="1050" dirty="0">
                <a:solidFill>
                  <a:schemeClr val="bg1"/>
                </a:solidFill>
              </a:endParaRPr>
            </a:p>
          </p:txBody>
        </p:sp>
      </p:grpSp>
      <p:pic>
        <p:nvPicPr>
          <p:cNvPr id="76" name="Picture 75">
            <a:extLst>
              <a:ext uri="{FF2B5EF4-FFF2-40B4-BE49-F238E27FC236}">
                <a16:creationId xmlns:a16="http://schemas.microsoft.com/office/drawing/2014/main" id="{43B2D77A-81F9-1BFD-2DFB-BB76410ED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707112">
            <a:off x="9553626" y="2853325"/>
            <a:ext cx="2550943" cy="2503070"/>
          </a:xfrm>
          <a:prstGeom prst="rect">
            <a:avLst/>
          </a:prstGeom>
        </p:spPr>
      </p:pic>
      <p:sp>
        <p:nvSpPr>
          <p:cNvPr id="80" name="Picture Placeholder 79">
            <a:extLst>
              <a:ext uri="{FF2B5EF4-FFF2-40B4-BE49-F238E27FC236}">
                <a16:creationId xmlns:a16="http://schemas.microsoft.com/office/drawing/2014/main" id="{69B3633F-EAD3-37BC-4878-CE28B0CC86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81" name="Picture Placeholder 80">
            <a:extLst>
              <a:ext uri="{FF2B5EF4-FFF2-40B4-BE49-F238E27FC236}">
                <a16:creationId xmlns:a16="http://schemas.microsoft.com/office/drawing/2014/main" id="{5491F7CC-D105-88EF-1A9C-C8758290874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  <p:sp>
        <p:nvSpPr>
          <p:cNvPr id="82" name="Picture Placeholder 81">
            <a:extLst>
              <a:ext uri="{FF2B5EF4-FFF2-40B4-BE49-F238E27FC236}">
                <a16:creationId xmlns:a16="http://schemas.microsoft.com/office/drawing/2014/main" id="{D64753FC-010A-2EFA-E79B-D8E6AB68B3D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6A6AB2EA-12A4-359C-D791-C590B806C93D}"/>
              </a:ext>
            </a:extLst>
          </p:cNvPr>
          <p:cNvGrpSpPr/>
          <p:nvPr/>
        </p:nvGrpSpPr>
        <p:grpSpPr>
          <a:xfrm>
            <a:off x="8445500" y="1756565"/>
            <a:ext cx="3098992" cy="584775"/>
            <a:chOff x="8454107" y="1548477"/>
            <a:chExt cx="3098992" cy="584775"/>
          </a:xfrm>
        </p:grpSpPr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92C41E40-67E4-FAF6-025D-4679DDC20364}"/>
                </a:ext>
              </a:extLst>
            </p:cNvPr>
            <p:cNvSpPr txBox="1"/>
            <p:nvPr/>
          </p:nvSpPr>
          <p:spPr>
            <a:xfrm>
              <a:off x="8454107" y="1548477"/>
              <a:ext cx="3098992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>
                  <a:solidFill>
                    <a:schemeClr val="accent3"/>
                  </a:solidFill>
                </a:rPr>
                <a:t>Thanks</a:t>
              </a:r>
            </a:p>
          </p:txBody>
        </p: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459A287D-4CEB-8937-D14F-334A84F51BC6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713" y="1971000"/>
              <a:ext cx="1195997" cy="0"/>
            </a:xfrm>
            <a:prstGeom prst="line">
              <a:avLst/>
            </a:prstGeom>
            <a:ln w="28575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4507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B0EFDBF2-2F48-0932-7E67-8A418BCCFAA8}"/>
              </a:ext>
            </a:extLst>
          </p:cNvPr>
          <p:cNvSpPr/>
          <p:nvPr/>
        </p:nvSpPr>
        <p:spPr>
          <a:xfrm>
            <a:off x="6388100" y="1246802"/>
            <a:ext cx="4996912" cy="4996912"/>
          </a:xfrm>
          <a:prstGeom prst="ellipse">
            <a:avLst/>
          </a:prstGeom>
          <a:gradFill flip="none" rotWithShape="1">
            <a:gsLst>
              <a:gs pos="1000">
                <a:schemeClr val="accent3">
                  <a:lumMod val="75000"/>
                </a:schemeClr>
              </a:gs>
              <a:gs pos="100000">
                <a:schemeClr val="accent3"/>
              </a:gs>
            </a:gsLst>
            <a:lin ang="10800000" scaled="1"/>
            <a:tileRect/>
          </a:gradFill>
          <a:ln w="9525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7938D2-6A15-1E85-875B-E179D29B68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78" t="56871" r="3798" b="-2"/>
          <a:stretch>
            <a:fillRect/>
          </a:stretch>
        </p:blipFill>
        <p:spPr>
          <a:xfrm>
            <a:off x="5899030" y="3022600"/>
            <a:ext cx="6661270" cy="34036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025B1FB-3DDD-B9C6-865B-915CA58C84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27" t="23148" r="11927" b="23148"/>
          <a:stretch>
            <a:fillRect/>
          </a:stretch>
        </p:blipFill>
        <p:spPr>
          <a:xfrm>
            <a:off x="6388100" y="1786842"/>
            <a:ext cx="4953000" cy="3030316"/>
          </a:xfrm>
          <a:prstGeom prst="rect">
            <a:avLst/>
          </a:prstGeom>
          <a:effectLst>
            <a:outerShdw blurRad="571500" dist="12700" dir="8100000" sy="-23000" kx="800400" algn="br" rotWithShape="0">
              <a:prstClr val="black">
                <a:alpha val="6000"/>
              </a:prst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63E943A-A5B4-AFE7-EF0F-A2D811BA8225}"/>
              </a:ext>
            </a:extLst>
          </p:cNvPr>
          <p:cNvSpPr txBox="1"/>
          <p:nvPr/>
        </p:nvSpPr>
        <p:spPr>
          <a:xfrm>
            <a:off x="432585" y="1806689"/>
            <a:ext cx="54664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1"/>
                </a:solidFill>
                <a:latin typeface="+mj-lt"/>
              </a:rPr>
              <a:t>EMOTIV EPOC X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195C0A6F-A63B-443E-F3DF-E24F8D3CB7E1}"/>
              </a:ext>
            </a:extLst>
          </p:cNvPr>
          <p:cNvGrpSpPr/>
          <p:nvPr/>
        </p:nvGrpSpPr>
        <p:grpSpPr>
          <a:xfrm>
            <a:off x="531310" y="2764880"/>
            <a:ext cx="2482280" cy="367352"/>
            <a:chOff x="728280" y="2825462"/>
            <a:chExt cx="2482280" cy="367352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2DE6BDAE-4821-991A-720E-BE3612EF64AF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23" name="Freeform 43">
                <a:extLst>
                  <a:ext uri="{FF2B5EF4-FFF2-40B4-BE49-F238E27FC236}">
                    <a16:creationId xmlns:a16="http://schemas.microsoft.com/office/drawing/2014/main" id="{2E39A806-DE8A-7BDB-4283-DEB19C7C7ED0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C6C8BA4-1A58-3487-5852-9B601D305C6F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D9BF66B-FB73-1EE8-DBF0-6A19FC3896F1}"/>
                </a:ext>
              </a:extLst>
            </p:cNvPr>
            <p:cNvSpPr txBox="1"/>
            <p:nvPr/>
          </p:nvSpPr>
          <p:spPr>
            <a:xfrm>
              <a:off x="1126844" y="2839862"/>
              <a:ext cx="208371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14 Channels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4860396-1665-236B-3CBD-E53EE80EC826}"/>
              </a:ext>
            </a:extLst>
          </p:cNvPr>
          <p:cNvGrpSpPr/>
          <p:nvPr/>
        </p:nvGrpSpPr>
        <p:grpSpPr>
          <a:xfrm>
            <a:off x="531310" y="3605982"/>
            <a:ext cx="4275520" cy="367352"/>
            <a:chOff x="728280" y="2825462"/>
            <a:chExt cx="4275520" cy="367352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1A44D69-5537-9291-197C-4336887566D0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29" name="Freeform 43">
                <a:extLst>
                  <a:ext uri="{FF2B5EF4-FFF2-40B4-BE49-F238E27FC236}">
                    <a16:creationId xmlns:a16="http://schemas.microsoft.com/office/drawing/2014/main" id="{E5DDAE76-CF87-8F30-79B1-288366D99A16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BCD6490B-22FB-FCB2-56E1-6A72801ECCA1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65B8E78-4D03-9723-B920-B76231D1C266}"/>
                </a:ext>
              </a:extLst>
            </p:cNvPr>
            <p:cNvSpPr txBox="1"/>
            <p:nvPr/>
          </p:nvSpPr>
          <p:spPr>
            <a:xfrm>
              <a:off x="1126844" y="2839862"/>
              <a:ext cx="387695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Automatic Noise Removal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304A89-F47A-937D-738B-233B3DEB4EDB}"/>
              </a:ext>
            </a:extLst>
          </p:cNvPr>
          <p:cNvGrpSpPr/>
          <p:nvPr/>
        </p:nvGrpSpPr>
        <p:grpSpPr>
          <a:xfrm>
            <a:off x="531310" y="4447084"/>
            <a:ext cx="3691320" cy="367352"/>
            <a:chOff x="728280" y="2825462"/>
            <a:chExt cx="3691320" cy="367352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6E455CE3-D957-652D-1F2B-940ED3E3423B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34" name="Freeform 43">
                <a:extLst>
                  <a:ext uri="{FF2B5EF4-FFF2-40B4-BE49-F238E27FC236}">
                    <a16:creationId xmlns:a16="http://schemas.microsoft.com/office/drawing/2014/main" id="{6EDF737B-2967-9CFB-2E9B-79E98E666522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037042F-6335-669D-C125-E09FDFE72D58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CE90536-C1A3-E2B2-80BD-1683938C4DFE}"/>
                </a:ext>
              </a:extLst>
            </p:cNvPr>
            <p:cNvSpPr txBox="1"/>
            <p:nvPr/>
          </p:nvSpPr>
          <p:spPr>
            <a:xfrm>
              <a:off x="1126844" y="2839862"/>
              <a:ext cx="329275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Follows 10-20 System</a:t>
              </a:r>
            </a:p>
          </p:txBody>
        </p:sp>
      </p:grp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2672C12-1D5D-D40F-0F24-6E4880E3CD9E}"/>
              </a:ext>
            </a:extLst>
          </p:cNvPr>
          <p:cNvCxnSpPr/>
          <p:nvPr/>
        </p:nvCxnSpPr>
        <p:spPr>
          <a:xfrm>
            <a:off x="531309" y="3369107"/>
            <a:ext cx="45174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FB9AFCE-CE42-3F83-D628-134F477E69E0}"/>
              </a:ext>
            </a:extLst>
          </p:cNvPr>
          <p:cNvCxnSpPr/>
          <p:nvPr/>
        </p:nvCxnSpPr>
        <p:spPr>
          <a:xfrm>
            <a:off x="531309" y="4210209"/>
            <a:ext cx="45174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A56A53F-EC48-62C4-3259-544335408665}"/>
              </a:ext>
            </a:extLst>
          </p:cNvPr>
          <p:cNvCxnSpPr/>
          <p:nvPr/>
        </p:nvCxnSpPr>
        <p:spPr>
          <a:xfrm>
            <a:off x="531309" y="5051310"/>
            <a:ext cx="4517489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EA570E1A-AB64-6C27-3211-25E77D662E0B}"/>
              </a:ext>
            </a:extLst>
          </p:cNvPr>
          <p:cNvSpPr/>
          <p:nvPr/>
        </p:nvSpPr>
        <p:spPr>
          <a:xfrm>
            <a:off x="8251371" y="5977906"/>
            <a:ext cx="3372939" cy="845786"/>
          </a:xfrm>
          <a:custGeom>
            <a:avLst/>
            <a:gdLst>
              <a:gd name="connsiteX0" fmla="*/ 2648165 w 3372939"/>
              <a:gd name="connsiteY0" fmla="*/ 2 h 845786"/>
              <a:gd name="connsiteX1" fmla="*/ 2655146 w 3372939"/>
              <a:gd name="connsiteY1" fmla="*/ 6619 h 845786"/>
              <a:gd name="connsiteX2" fmla="*/ 2723495 w 3372939"/>
              <a:gd name="connsiteY2" fmla="*/ 771620 h 845786"/>
              <a:gd name="connsiteX3" fmla="*/ 2785082 w 3372939"/>
              <a:gd name="connsiteY3" fmla="*/ 295139 h 845786"/>
              <a:gd name="connsiteX4" fmla="*/ 2792281 w 3372939"/>
              <a:gd name="connsiteY4" fmla="*/ 288813 h 845786"/>
              <a:gd name="connsiteX5" fmla="*/ 2799479 w 3372939"/>
              <a:gd name="connsiteY5" fmla="*/ 295212 h 845786"/>
              <a:gd name="connsiteX6" fmla="*/ 2831763 w 3372939"/>
              <a:gd name="connsiteY6" fmla="*/ 557120 h 845786"/>
              <a:gd name="connsiteX7" fmla="*/ 2878007 w 3372939"/>
              <a:gd name="connsiteY7" fmla="*/ 368650 h 845786"/>
              <a:gd name="connsiteX8" fmla="*/ 2885352 w 3372939"/>
              <a:gd name="connsiteY8" fmla="*/ 363125 h 845786"/>
              <a:gd name="connsiteX9" fmla="*/ 2892260 w 3372939"/>
              <a:gd name="connsiteY9" fmla="*/ 369160 h 845786"/>
              <a:gd name="connsiteX10" fmla="*/ 2914437 w 3372939"/>
              <a:gd name="connsiteY10" fmla="*/ 499896 h 845786"/>
              <a:gd name="connsiteX11" fmla="*/ 2935887 w 3372939"/>
              <a:gd name="connsiteY11" fmla="*/ 430165 h 845786"/>
              <a:gd name="connsiteX12" fmla="*/ 2942067 w 3372939"/>
              <a:gd name="connsiteY12" fmla="*/ 425075 h 845786"/>
              <a:gd name="connsiteX13" fmla="*/ 2949193 w 3372939"/>
              <a:gd name="connsiteY13" fmla="*/ 428783 h 845786"/>
              <a:gd name="connsiteX14" fmla="*/ 2978059 w 3372939"/>
              <a:gd name="connsiteY14" fmla="*/ 480845 h 845786"/>
              <a:gd name="connsiteX15" fmla="*/ 3002417 w 3372939"/>
              <a:gd name="connsiteY15" fmla="*/ 445217 h 845786"/>
              <a:gd name="connsiteX16" fmla="*/ 3008453 w 3372939"/>
              <a:gd name="connsiteY16" fmla="*/ 442090 h 845786"/>
              <a:gd name="connsiteX17" fmla="*/ 3372939 w 3372939"/>
              <a:gd name="connsiteY17" fmla="*/ 442090 h 845786"/>
              <a:gd name="connsiteX18" fmla="*/ 3372939 w 3372939"/>
              <a:gd name="connsiteY18" fmla="*/ 456632 h 845786"/>
              <a:gd name="connsiteX19" fmla="*/ 3012088 w 3372939"/>
              <a:gd name="connsiteY19" fmla="*/ 456632 h 845786"/>
              <a:gd name="connsiteX20" fmla="*/ 2983222 w 3372939"/>
              <a:gd name="connsiteY20" fmla="*/ 498805 h 845786"/>
              <a:gd name="connsiteX21" fmla="*/ 2976895 w 3372939"/>
              <a:gd name="connsiteY21" fmla="*/ 501932 h 845786"/>
              <a:gd name="connsiteX22" fmla="*/ 2970861 w 3372939"/>
              <a:gd name="connsiteY22" fmla="*/ 498223 h 845786"/>
              <a:gd name="connsiteX23" fmla="*/ 2944611 w 3372939"/>
              <a:gd name="connsiteY23" fmla="*/ 450815 h 845786"/>
              <a:gd name="connsiteX24" fmla="*/ 2919235 w 3372939"/>
              <a:gd name="connsiteY24" fmla="*/ 533488 h 845786"/>
              <a:gd name="connsiteX25" fmla="*/ 2911818 w 3372939"/>
              <a:gd name="connsiteY25" fmla="*/ 538579 h 845786"/>
              <a:gd name="connsiteX26" fmla="*/ 2905129 w 3372939"/>
              <a:gd name="connsiteY26" fmla="*/ 532543 h 845786"/>
              <a:gd name="connsiteX27" fmla="*/ 2883679 w 3372939"/>
              <a:gd name="connsiteY27" fmla="*/ 406243 h 845786"/>
              <a:gd name="connsiteX28" fmla="*/ 2836344 w 3372939"/>
              <a:gd name="connsiteY28" fmla="*/ 599075 h 845786"/>
              <a:gd name="connsiteX29" fmla="*/ 2828854 w 3372939"/>
              <a:gd name="connsiteY29" fmla="*/ 604601 h 845786"/>
              <a:gd name="connsiteX30" fmla="*/ 2822092 w 3372939"/>
              <a:gd name="connsiteY30" fmla="*/ 598202 h 845786"/>
              <a:gd name="connsiteX31" fmla="*/ 2791990 w 3372939"/>
              <a:gd name="connsiteY31" fmla="*/ 354181 h 845786"/>
              <a:gd name="connsiteX32" fmla="*/ 2729239 w 3372939"/>
              <a:gd name="connsiteY32" fmla="*/ 839606 h 845786"/>
              <a:gd name="connsiteX33" fmla="*/ 2721968 w 3372939"/>
              <a:gd name="connsiteY33" fmla="*/ 845786 h 845786"/>
              <a:gd name="connsiteX34" fmla="*/ 2721823 w 3372939"/>
              <a:gd name="connsiteY34" fmla="*/ 845786 h 845786"/>
              <a:gd name="connsiteX35" fmla="*/ 2714697 w 3372939"/>
              <a:gd name="connsiteY35" fmla="*/ 839169 h 845786"/>
              <a:gd name="connsiteX36" fmla="*/ 2645621 w 3372939"/>
              <a:gd name="connsiteY36" fmla="*/ 66097 h 845786"/>
              <a:gd name="connsiteX37" fmla="*/ 2558948 w 3372939"/>
              <a:gd name="connsiteY37" fmla="*/ 608673 h 845786"/>
              <a:gd name="connsiteX38" fmla="*/ 2551750 w 3372939"/>
              <a:gd name="connsiteY38" fmla="*/ 614781 h 845786"/>
              <a:gd name="connsiteX39" fmla="*/ 2551677 w 3372939"/>
              <a:gd name="connsiteY39" fmla="*/ 614781 h 845786"/>
              <a:gd name="connsiteX40" fmla="*/ 2544551 w 3372939"/>
              <a:gd name="connsiteY40" fmla="*/ 608527 h 845786"/>
              <a:gd name="connsiteX41" fmla="*/ 2512412 w 3372939"/>
              <a:gd name="connsiteY41" fmla="*/ 387483 h 845786"/>
              <a:gd name="connsiteX42" fmla="*/ 2483619 w 3372939"/>
              <a:gd name="connsiteY42" fmla="*/ 552975 h 845786"/>
              <a:gd name="connsiteX43" fmla="*/ 2476421 w 3372939"/>
              <a:gd name="connsiteY43" fmla="*/ 559010 h 845786"/>
              <a:gd name="connsiteX44" fmla="*/ 2469294 w 3372939"/>
              <a:gd name="connsiteY44" fmla="*/ 552975 h 845786"/>
              <a:gd name="connsiteX45" fmla="*/ 2444281 w 3372939"/>
              <a:gd name="connsiteY45" fmla="*/ 405589 h 845786"/>
              <a:gd name="connsiteX46" fmla="*/ 2416579 w 3372939"/>
              <a:gd name="connsiteY46" fmla="*/ 452851 h 845786"/>
              <a:gd name="connsiteX47" fmla="*/ 2410325 w 3372939"/>
              <a:gd name="connsiteY47" fmla="*/ 456414 h 845786"/>
              <a:gd name="connsiteX48" fmla="*/ 7271 w 3372939"/>
              <a:gd name="connsiteY48" fmla="*/ 456414 h 845786"/>
              <a:gd name="connsiteX49" fmla="*/ 0 w 3372939"/>
              <a:gd name="connsiteY49" fmla="*/ 449143 h 845786"/>
              <a:gd name="connsiteX50" fmla="*/ 7271 w 3372939"/>
              <a:gd name="connsiteY50" fmla="*/ 441871 h 845786"/>
              <a:gd name="connsiteX51" fmla="*/ 2406253 w 3372939"/>
              <a:gd name="connsiteY51" fmla="*/ 441871 h 845786"/>
              <a:gd name="connsiteX52" fmla="*/ 2441955 w 3372939"/>
              <a:gd name="connsiteY52" fmla="*/ 381012 h 845786"/>
              <a:gd name="connsiteX53" fmla="*/ 2449517 w 3372939"/>
              <a:gd name="connsiteY53" fmla="*/ 377522 h 845786"/>
              <a:gd name="connsiteX54" fmla="*/ 2455406 w 3372939"/>
              <a:gd name="connsiteY54" fmla="*/ 383484 h 845786"/>
              <a:gd name="connsiteX55" fmla="*/ 2476711 w 3372939"/>
              <a:gd name="connsiteY55" fmla="*/ 508839 h 845786"/>
              <a:gd name="connsiteX56" fmla="*/ 2506087 w 3372939"/>
              <a:gd name="connsiteY56" fmla="*/ 340147 h 845786"/>
              <a:gd name="connsiteX57" fmla="*/ 2513285 w 3372939"/>
              <a:gd name="connsiteY57" fmla="*/ 334113 h 845786"/>
              <a:gd name="connsiteX58" fmla="*/ 2513358 w 3372939"/>
              <a:gd name="connsiteY58" fmla="*/ 334113 h 845786"/>
              <a:gd name="connsiteX59" fmla="*/ 2520483 w 3372939"/>
              <a:gd name="connsiteY59" fmla="*/ 340366 h 845786"/>
              <a:gd name="connsiteX60" fmla="*/ 2552332 w 3372939"/>
              <a:gd name="connsiteY60" fmla="*/ 559301 h 845786"/>
              <a:gd name="connsiteX61" fmla="*/ 2640749 w 3372939"/>
              <a:gd name="connsiteY61" fmla="*/ 6110 h 845786"/>
              <a:gd name="connsiteX62" fmla="*/ 2648165 w 3372939"/>
              <a:gd name="connsiteY62" fmla="*/ 2 h 845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372939" h="845786">
                <a:moveTo>
                  <a:pt x="2648165" y="2"/>
                </a:moveTo>
                <a:cubicBezTo>
                  <a:pt x="2651801" y="148"/>
                  <a:pt x="2654855" y="2983"/>
                  <a:pt x="2655146" y="6619"/>
                </a:cubicBezTo>
                <a:lnTo>
                  <a:pt x="2723495" y="771620"/>
                </a:lnTo>
                <a:lnTo>
                  <a:pt x="2785082" y="295139"/>
                </a:lnTo>
                <a:cubicBezTo>
                  <a:pt x="2785518" y="291503"/>
                  <a:pt x="2788645" y="288813"/>
                  <a:pt x="2792281" y="288813"/>
                </a:cubicBezTo>
                <a:cubicBezTo>
                  <a:pt x="2795916" y="288813"/>
                  <a:pt x="2799043" y="291577"/>
                  <a:pt x="2799479" y="295212"/>
                </a:cubicBezTo>
                <a:lnTo>
                  <a:pt x="2831763" y="557120"/>
                </a:lnTo>
                <a:lnTo>
                  <a:pt x="2878007" y="368650"/>
                </a:lnTo>
                <a:cubicBezTo>
                  <a:pt x="2878807" y="365306"/>
                  <a:pt x="2881934" y="362979"/>
                  <a:pt x="2885352" y="363125"/>
                </a:cubicBezTo>
                <a:cubicBezTo>
                  <a:pt x="2888769" y="363270"/>
                  <a:pt x="2891677" y="365743"/>
                  <a:pt x="2892260" y="369160"/>
                </a:cubicBezTo>
                <a:lnTo>
                  <a:pt x="2914437" y="499896"/>
                </a:lnTo>
                <a:lnTo>
                  <a:pt x="2935887" y="430165"/>
                </a:lnTo>
                <a:cubicBezTo>
                  <a:pt x="2936759" y="427402"/>
                  <a:pt x="2939159" y="425366"/>
                  <a:pt x="2942067" y="425075"/>
                </a:cubicBezTo>
                <a:cubicBezTo>
                  <a:pt x="2944902" y="424785"/>
                  <a:pt x="2947738" y="426238"/>
                  <a:pt x="2949193" y="428783"/>
                </a:cubicBezTo>
                <a:lnTo>
                  <a:pt x="2978059" y="480845"/>
                </a:lnTo>
                <a:lnTo>
                  <a:pt x="3002417" y="445217"/>
                </a:lnTo>
                <a:cubicBezTo>
                  <a:pt x="3003799" y="443253"/>
                  <a:pt x="3006053" y="442090"/>
                  <a:pt x="3008453" y="442090"/>
                </a:cubicBezTo>
                <a:lnTo>
                  <a:pt x="3372939" y="442090"/>
                </a:lnTo>
                <a:lnTo>
                  <a:pt x="3372939" y="456632"/>
                </a:lnTo>
                <a:lnTo>
                  <a:pt x="3012088" y="456632"/>
                </a:lnTo>
                <a:lnTo>
                  <a:pt x="2983222" y="498805"/>
                </a:lnTo>
                <a:cubicBezTo>
                  <a:pt x="2981767" y="500914"/>
                  <a:pt x="2979441" y="502004"/>
                  <a:pt x="2976895" y="501932"/>
                </a:cubicBezTo>
                <a:cubicBezTo>
                  <a:pt x="2974351" y="501786"/>
                  <a:pt x="2972097" y="500404"/>
                  <a:pt x="2970861" y="498223"/>
                </a:cubicBezTo>
                <a:lnTo>
                  <a:pt x="2944611" y="450815"/>
                </a:lnTo>
                <a:lnTo>
                  <a:pt x="2919235" y="533488"/>
                </a:lnTo>
                <a:cubicBezTo>
                  <a:pt x="2918218" y="536688"/>
                  <a:pt x="2915236" y="538869"/>
                  <a:pt x="2911818" y="538579"/>
                </a:cubicBezTo>
                <a:cubicBezTo>
                  <a:pt x="2908474" y="538360"/>
                  <a:pt x="2905711" y="535888"/>
                  <a:pt x="2905129" y="532543"/>
                </a:cubicBezTo>
                <a:lnTo>
                  <a:pt x="2883679" y="406243"/>
                </a:lnTo>
                <a:lnTo>
                  <a:pt x="2836344" y="599075"/>
                </a:lnTo>
                <a:cubicBezTo>
                  <a:pt x="2835471" y="602493"/>
                  <a:pt x="2832418" y="604819"/>
                  <a:pt x="2828854" y="604601"/>
                </a:cubicBezTo>
                <a:cubicBezTo>
                  <a:pt x="2825364" y="604383"/>
                  <a:pt x="2822529" y="601692"/>
                  <a:pt x="2822092" y="598202"/>
                </a:cubicBezTo>
                <a:lnTo>
                  <a:pt x="2791990" y="354181"/>
                </a:lnTo>
                <a:lnTo>
                  <a:pt x="2729239" y="839606"/>
                </a:lnTo>
                <a:cubicBezTo>
                  <a:pt x="2728730" y="843096"/>
                  <a:pt x="2725603" y="845786"/>
                  <a:pt x="2721968" y="845786"/>
                </a:cubicBezTo>
                <a:cubicBezTo>
                  <a:pt x="2721896" y="845786"/>
                  <a:pt x="2721896" y="845786"/>
                  <a:pt x="2721823" y="845786"/>
                </a:cubicBezTo>
                <a:cubicBezTo>
                  <a:pt x="2718115" y="845713"/>
                  <a:pt x="2715061" y="842878"/>
                  <a:pt x="2714697" y="839169"/>
                </a:cubicBezTo>
                <a:lnTo>
                  <a:pt x="2645621" y="66097"/>
                </a:lnTo>
                <a:lnTo>
                  <a:pt x="2558948" y="608673"/>
                </a:lnTo>
                <a:cubicBezTo>
                  <a:pt x="2558366" y="612236"/>
                  <a:pt x="2555313" y="614781"/>
                  <a:pt x="2551750" y="614781"/>
                </a:cubicBezTo>
                <a:cubicBezTo>
                  <a:pt x="2551750" y="614781"/>
                  <a:pt x="2551750" y="614781"/>
                  <a:pt x="2551677" y="614781"/>
                </a:cubicBezTo>
                <a:cubicBezTo>
                  <a:pt x="2548114" y="614781"/>
                  <a:pt x="2545061" y="612090"/>
                  <a:pt x="2544551" y="608527"/>
                </a:cubicBezTo>
                <a:lnTo>
                  <a:pt x="2512412" y="387483"/>
                </a:lnTo>
                <a:lnTo>
                  <a:pt x="2483619" y="552975"/>
                </a:lnTo>
                <a:cubicBezTo>
                  <a:pt x="2483037" y="556465"/>
                  <a:pt x="2479983" y="559010"/>
                  <a:pt x="2476421" y="559010"/>
                </a:cubicBezTo>
                <a:cubicBezTo>
                  <a:pt x="2472857" y="559010"/>
                  <a:pt x="2469876" y="556465"/>
                  <a:pt x="2469294" y="552975"/>
                </a:cubicBezTo>
                <a:lnTo>
                  <a:pt x="2444281" y="405589"/>
                </a:lnTo>
                <a:lnTo>
                  <a:pt x="2416579" y="452851"/>
                </a:lnTo>
                <a:cubicBezTo>
                  <a:pt x="2415269" y="455105"/>
                  <a:pt x="2412870" y="456414"/>
                  <a:pt x="2410325" y="456414"/>
                </a:cubicBezTo>
                <a:lnTo>
                  <a:pt x="7271" y="456414"/>
                </a:lnTo>
                <a:cubicBezTo>
                  <a:pt x="3272" y="456414"/>
                  <a:pt x="0" y="453142"/>
                  <a:pt x="0" y="449143"/>
                </a:cubicBezTo>
                <a:cubicBezTo>
                  <a:pt x="0" y="445144"/>
                  <a:pt x="3272" y="441871"/>
                  <a:pt x="7271" y="441871"/>
                </a:cubicBezTo>
                <a:lnTo>
                  <a:pt x="2406253" y="441871"/>
                </a:lnTo>
                <a:lnTo>
                  <a:pt x="2441955" y="381012"/>
                </a:lnTo>
                <a:cubicBezTo>
                  <a:pt x="2443481" y="378394"/>
                  <a:pt x="2446536" y="377013"/>
                  <a:pt x="2449517" y="377522"/>
                </a:cubicBezTo>
                <a:cubicBezTo>
                  <a:pt x="2452498" y="378103"/>
                  <a:pt x="2454898" y="380430"/>
                  <a:pt x="2455406" y="383484"/>
                </a:cubicBezTo>
                <a:lnTo>
                  <a:pt x="2476711" y="508839"/>
                </a:lnTo>
                <a:lnTo>
                  <a:pt x="2506087" y="340147"/>
                </a:lnTo>
                <a:cubicBezTo>
                  <a:pt x="2506669" y="336658"/>
                  <a:pt x="2509722" y="334113"/>
                  <a:pt x="2513285" y="334113"/>
                </a:cubicBezTo>
                <a:cubicBezTo>
                  <a:pt x="2513285" y="334113"/>
                  <a:pt x="2513358" y="334113"/>
                  <a:pt x="2513358" y="334113"/>
                </a:cubicBezTo>
                <a:cubicBezTo>
                  <a:pt x="2516921" y="334185"/>
                  <a:pt x="2519902" y="336803"/>
                  <a:pt x="2520483" y="340366"/>
                </a:cubicBezTo>
                <a:lnTo>
                  <a:pt x="2552332" y="559301"/>
                </a:lnTo>
                <a:lnTo>
                  <a:pt x="2640749" y="6110"/>
                </a:lnTo>
                <a:cubicBezTo>
                  <a:pt x="2641331" y="2474"/>
                  <a:pt x="2644530" y="-71"/>
                  <a:pt x="2648165" y="2"/>
                </a:cubicBezTo>
                <a:close/>
              </a:path>
            </a:pathLst>
          </a:custGeom>
          <a:solidFill>
            <a:schemeClr val="accent3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00734-7858-1ECD-762F-272E843FB71C}"/>
              </a:ext>
            </a:extLst>
          </p:cNvPr>
          <p:cNvSpPr txBox="1"/>
          <p:nvPr/>
        </p:nvSpPr>
        <p:spPr>
          <a:xfrm>
            <a:off x="11550650" y="6301316"/>
            <a:ext cx="46736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fld id="{3DEB9CD0-A70D-43E5-B0ED-84EDB6431ED3}" type="slidenum">
              <a:rPr lang="en-US" sz="90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Open Sans Light" pitchFamily="2" charset="0"/>
                <a:cs typeface="Open Sans Light" pitchFamily="2" charset="0"/>
              </a:rPr>
              <a:t>4</a:t>
            </a:fld>
            <a:endParaRPr lang="en-US" sz="9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Open Sans Light" pitchFamily="2" charset="0"/>
              <a:cs typeface="Open Sans Light" pitchFamily="2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7DD2F1B-5691-067C-CD5B-8691B32A6F8C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D267AD51-540B-DAFF-670D-4C83C49FDF7E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17F1181-9B00-FDFF-FBBF-8A098ADF6108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Introduction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20362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Top Corners Rounded 1">
            <a:extLst>
              <a:ext uri="{FF2B5EF4-FFF2-40B4-BE49-F238E27FC236}">
                <a16:creationId xmlns:a16="http://schemas.microsoft.com/office/drawing/2014/main" id="{C137E09C-3B46-A431-EFEC-120FC9336CF9}"/>
              </a:ext>
            </a:extLst>
          </p:cNvPr>
          <p:cNvSpPr/>
          <p:nvPr/>
        </p:nvSpPr>
        <p:spPr>
          <a:xfrm rot="5400000">
            <a:off x="-1054100" y="1881414"/>
            <a:ext cx="4876800" cy="2768600"/>
          </a:xfrm>
          <a:prstGeom prst="round2SameRect">
            <a:avLst>
              <a:gd name="adj1" fmla="val 12585"/>
              <a:gd name="adj2" fmla="val 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399266-AC50-3C5F-01ED-1F1FBEBFC8D7}"/>
              </a:ext>
            </a:extLst>
          </p:cNvPr>
          <p:cNvSpPr/>
          <p:nvPr/>
        </p:nvSpPr>
        <p:spPr>
          <a:xfrm>
            <a:off x="8779288" y="1338338"/>
            <a:ext cx="2943336" cy="720071"/>
          </a:xfrm>
          <a:custGeom>
            <a:avLst/>
            <a:gdLst>
              <a:gd name="connsiteX0" fmla="*/ 4049756 w 4891996"/>
              <a:gd name="connsiteY0" fmla="*/ 339655 h 580171"/>
              <a:gd name="connsiteX1" fmla="*/ 4049740 w 4891996"/>
              <a:gd name="connsiteY1" fmla="*/ 339707 h 580171"/>
              <a:gd name="connsiteX2" fmla="*/ 4041096 w 4891996"/>
              <a:gd name="connsiteY2" fmla="*/ 425450 h 580171"/>
              <a:gd name="connsiteX3" fmla="*/ 4041096 w 4891996"/>
              <a:gd name="connsiteY3" fmla="*/ 425451 h 580171"/>
              <a:gd name="connsiteX4" fmla="*/ 4049740 w 4891996"/>
              <a:gd name="connsiteY4" fmla="*/ 339708 h 580171"/>
              <a:gd name="connsiteX5" fmla="*/ 4084464 w 4891996"/>
              <a:gd name="connsiteY5" fmla="*/ 241543 h 580171"/>
              <a:gd name="connsiteX6" fmla="*/ 4074530 w 4891996"/>
              <a:gd name="connsiteY6" fmla="*/ 259846 h 580171"/>
              <a:gd name="connsiteX7" fmla="*/ 4073119 w 4891996"/>
              <a:gd name="connsiteY7" fmla="*/ 264392 h 580171"/>
              <a:gd name="connsiteX8" fmla="*/ 4073120 w 4891996"/>
              <a:gd name="connsiteY8" fmla="*/ 264389 h 580171"/>
              <a:gd name="connsiteX9" fmla="*/ 4074530 w 4891996"/>
              <a:gd name="connsiteY9" fmla="*/ 259847 h 580171"/>
              <a:gd name="connsiteX10" fmla="*/ 4084462 w 4891996"/>
              <a:gd name="connsiteY10" fmla="*/ 241547 h 580171"/>
              <a:gd name="connsiteX11" fmla="*/ 4126837 w 4891996"/>
              <a:gd name="connsiteY11" fmla="*/ 171723 h 580171"/>
              <a:gd name="connsiteX12" fmla="*/ 4113756 w 4891996"/>
              <a:gd name="connsiteY12" fmla="*/ 187577 h 580171"/>
              <a:gd name="connsiteX13" fmla="*/ 4109324 w 4891996"/>
              <a:gd name="connsiteY13" fmla="*/ 195742 h 580171"/>
              <a:gd name="connsiteX14" fmla="*/ 4109328 w 4891996"/>
              <a:gd name="connsiteY14" fmla="*/ 195737 h 580171"/>
              <a:gd name="connsiteX15" fmla="*/ 4113756 w 4891996"/>
              <a:gd name="connsiteY15" fmla="*/ 187578 h 580171"/>
              <a:gd name="connsiteX16" fmla="*/ 4126828 w 4891996"/>
              <a:gd name="connsiteY16" fmla="*/ 171735 h 580171"/>
              <a:gd name="connsiteX17" fmla="*/ 4179206 w 4891996"/>
              <a:gd name="connsiteY17" fmla="*/ 113474 h 580171"/>
              <a:gd name="connsiteX18" fmla="*/ 4165707 w 4891996"/>
              <a:gd name="connsiteY18" fmla="*/ 124611 h 580171"/>
              <a:gd name="connsiteX19" fmla="*/ 4157035 w 4891996"/>
              <a:gd name="connsiteY19" fmla="*/ 135123 h 580171"/>
              <a:gd name="connsiteX20" fmla="*/ 4157041 w 4891996"/>
              <a:gd name="connsiteY20" fmla="*/ 135116 h 580171"/>
              <a:gd name="connsiteX21" fmla="*/ 4165707 w 4891996"/>
              <a:gd name="connsiteY21" fmla="*/ 124612 h 580171"/>
              <a:gd name="connsiteX22" fmla="*/ 4179199 w 4891996"/>
              <a:gd name="connsiteY22" fmla="*/ 113481 h 580171"/>
              <a:gd name="connsiteX23" fmla="*/ 4240639 w 4891996"/>
              <a:gd name="connsiteY23" fmla="*/ 66165 h 580171"/>
              <a:gd name="connsiteX24" fmla="*/ 4228673 w 4891996"/>
              <a:gd name="connsiteY24" fmla="*/ 72660 h 580171"/>
              <a:gd name="connsiteX25" fmla="*/ 4215068 w 4891996"/>
              <a:gd name="connsiteY25" fmla="*/ 83885 h 580171"/>
              <a:gd name="connsiteX26" fmla="*/ 4215076 w 4891996"/>
              <a:gd name="connsiteY26" fmla="*/ 83879 h 580171"/>
              <a:gd name="connsiteX27" fmla="*/ 4228673 w 4891996"/>
              <a:gd name="connsiteY27" fmla="*/ 72661 h 580171"/>
              <a:gd name="connsiteX28" fmla="*/ 4240632 w 4891996"/>
              <a:gd name="connsiteY28" fmla="*/ 66170 h 580171"/>
              <a:gd name="connsiteX29" fmla="*/ 4309892 w 4891996"/>
              <a:gd name="connsiteY29" fmla="*/ 30656 h 580171"/>
              <a:gd name="connsiteX30" fmla="*/ 4300941 w 4891996"/>
              <a:gd name="connsiteY30" fmla="*/ 33434 h 580171"/>
              <a:gd name="connsiteX31" fmla="*/ 4282615 w 4891996"/>
              <a:gd name="connsiteY31" fmla="*/ 43381 h 580171"/>
              <a:gd name="connsiteX32" fmla="*/ 4282629 w 4891996"/>
              <a:gd name="connsiteY32" fmla="*/ 43375 h 580171"/>
              <a:gd name="connsiteX33" fmla="*/ 4300941 w 4891996"/>
              <a:gd name="connsiteY33" fmla="*/ 33435 h 580171"/>
              <a:gd name="connsiteX34" fmla="*/ 4309887 w 4891996"/>
              <a:gd name="connsiteY34" fmla="*/ 30658 h 580171"/>
              <a:gd name="connsiteX35" fmla="*/ 4385653 w 4891996"/>
              <a:gd name="connsiteY35" fmla="*/ 8155 h 580171"/>
              <a:gd name="connsiteX36" fmla="*/ 4380803 w 4891996"/>
              <a:gd name="connsiteY36" fmla="*/ 8644 h 580171"/>
              <a:gd name="connsiteX37" fmla="*/ 4360424 w 4891996"/>
              <a:gd name="connsiteY37" fmla="*/ 14970 h 580171"/>
              <a:gd name="connsiteX38" fmla="*/ 4360451 w 4891996"/>
              <a:gd name="connsiteY38" fmla="*/ 14962 h 580171"/>
              <a:gd name="connsiteX39" fmla="*/ 4380803 w 4891996"/>
              <a:gd name="connsiteY39" fmla="*/ 8645 h 580171"/>
              <a:gd name="connsiteX40" fmla="*/ 4385647 w 4891996"/>
              <a:gd name="connsiteY40" fmla="*/ 8156 h 580171"/>
              <a:gd name="connsiteX41" fmla="*/ 96697 w 4891996"/>
              <a:gd name="connsiteY41" fmla="*/ 0 h 580171"/>
              <a:gd name="connsiteX42" fmla="*/ 4466546 w 4891996"/>
              <a:gd name="connsiteY42" fmla="*/ 0 h 580171"/>
              <a:gd name="connsiteX43" fmla="*/ 4466391 w 4891996"/>
              <a:gd name="connsiteY43" fmla="*/ 16 h 580171"/>
              <a:gd name="connsiteX44" fmla="*/ 4466466 w 4891996"/>
              <a:gd name="connsiteY44" fmla="*/ 9 h 580171"/>
              <a:gd name="connsiteX45" fmla="*/ 4466546 w 4891996"/>
              <a:gd name="connsiteY45" fmla="*/ 1 h 580171"/>
              <a:gd name="connsiteX46" fmla="*/ 4466626 w 4891996"/>
              <a:gd name="connsiteY46" fmla="*/ 9 h 580171"/>
              <a:gd name="connsiteX47" fmla="*/ 4541858 w 4891996"/>
              <a:gd name="connsiteY47" fmla="*/ 6647 h 580171"/>
              <a:gd name="connsiteX48" fmla="*/ 4547445 w 4891996"/>
              <a:gd name="connsiteY48" fmla="*/ 8156 h 580171"/>
              <a:gd name="connsiteX49" fmla="*/ 4552289 w 4891996"/>
              <a:gd name="connsiteY49" fmla="*/ 8645 h 580171"/>
              <a:gd name="connsiteX50" fmla="*/ 4572641 w 4891996"/>
              <a:gd name="connsiteY50" fmla="*/ 14962 h 580171"/>
              <a:gd name="connsiteX51" fmla="*/ 4612830 w 4891996"/>
              <a:gd name="connsiteY51" fmla="*/ 25818 h 580171"/>
              <a:gd name="connsiteX52" fmla="*/ 4623205 w 4891996"/>
              <a:gd name="connsiteY52" fmla="*/ 30658 h 580171"/>
              <a:gd name="connsiteX53" fmla="*/ 4632151 w 4891996"/>
              <a:gd name="connsiteY53" fmla="*/ 33435 h 580171"/>
              <a:gd name="connsiteX54" fmla="*/ 4650463 w 4891996"/>
              <a:gd name="connsiteY54" fmla="*/ 43375 h 580171"/>
              <a:gd name="connsiteX55" fmla="*/ 4678317 w 4891996"/>
              <a:gd name="connsiteY55" fmla="*/ 56369 h 580171"/>
              <a:gd name="connsiteX56" fmla="*/ 4692460 w 4891996"/>
              <a:gd name="connsiteY56" fmla="*/ 66170 h 580171"/>
              <a:gd name="connsiteX57" fmla="*/ 4704419 w 4891996"/>
              <a:gd name="connsiteY57" fmla="*/ 72661 h 580171"/>
              <a:gd name="connsiteX58" fmla="*/ 4718016 w 4891996"/>
              <a:gd name="connsiteY58" fmla="*/ 83879 h 580171"/>
              <a:gd name="connsiteX59" fmla="*/ 4737172 w 4891996"/>
              <a:gd name="connsiteY59" fmla="*/ 97154 h 580171"/>
              <a:gd name="connsiteX60" fmla="*/ 4753893 w 4891996"/>
              <a:gd name="connsiteY60" fmla="*/ 113481 h 580171"/>
              <a:gd name="connsiteX61" fmla="*/ 4767385 w 4891996"/>
              <a:gd name="connsiteY61" fmla="*/ 124612 h 580171"/>
              <a:gd name="connsiteX62" fmla="*/ 4776052 w 4891996"/>
              <a:gd name="connsiteY62" fmla="*/ 135117 h 580171"/>
              <a:gd name="connsiteX63" fmla="*/ 4788249 w 4891996"/>
              <a:gd name="connsiteY63" fmla="*/ 147026 h 580171"/>
              <a:gd name="connsiteX64" fmla="*/ 4806264 w 4891996"/>
              <a:gd name="connsiteY64" fmla="*/ 171735 h 580171"/>
              <a:gd name="connsiteX65" fmla="*/ 4819336 w 4891996"/>
              <a:gd name="connsiteY65" fmla="*/ 187578 h 580171"/>
              <a:gd name="connsiteX66" fmla="*/ 4823764 w 4891996"/>
              <a:gd name="connsiteY66" fmla="*/ 195737 h 580171"/>
              <a:gd name="connsiteX67" fmla="*/ 4830402 w 4891996"/>
              <a:gd name="connsiteY67" fmla="*/ 204841 h 580171"/>
              <a:gd name="connsiteX68" fmla="*/ 4848630 w 4891996"/>
              <a:gd name="connsiteY68" fmla="*/ 241547 h 580171"/>
              <a:gd name="connsiteX69" fmla="*/ 4858562 w 4891996"/>
              <a:gd name="connsiteY69" fmla="*/ 259847 h 580171"/>
              <a:gd name="connsiteX70" fmla="*/ 4859972 w 4891996"/>
              <a:gd name="connsiteY70" fmla="*/ 264390 h 580171"/>
              <a:gd name="connsiteX71" fmla="*/ 4862485 w 4891996"/>
              <a:gd name="connsiteY71" fmla="*/ 269450 h 580171"/>
              <a:gd name="connsiteX72" fmla="*/ 4883335 w 4891996"/>
              <a:gd name="connsiteY72" fmla="*/ 339653 h 580171"/>
              <a:gd name="connsiteX73" fmla="*/ 4883352 w 4891996"/>
              <a:gd name="connsiteY73" fmla="*/ 339708 h 580171"/>
              <a:gd name="connsiteX74" fmla="*/ 4891996 w 4891996"/>
              <a:gd name="connsiteY74" fmla="*/ 425451 h 580171"/>
              <a:gd name="connsiteX75" fmla="*/ 4891996 w 4891996"/>
              <a:gd name="connsiteY75" fmla="*/ 425452 h 580171"/>
              <a:gd name="connsiteX76" fmla="*/ 4883352 w 4891996"/>
              <a:gd name="connsiteY76" fmla="*/ 511194 h 580171"/>
              <a:gd name="connsiteX77" fmla="*/ 4876754 w 4891996"/>
              <a:gd name="connsiteY77" fmla="*/ 532448 h 580171"/>
              <a:gd name="connsiteX78" fmla="*/ 4863674 w 4891996"/>
              <a:gd name="connsiteY78" fmla="*/ 551849 h 580171"/>
              <a:gd name="connsiteX79" fmla="*/ 4795299 w 4891996"/>
              <a:gd name="connsiteY79" fmla="*/ 580171 h 580171"/>
              <a:gd name="connsiteX80" fmla="*/ 4071151 w 4891996"/>
              <a:gd name="connsiteY80" fmla="*/ 580171 h 580171"/>
              <a:gd name="connsiteX81" fmla="*/ 96697 w 4891996"/>
              <a:gd name="connsiteY81" fmla="*/ 580171 h 580171"/>
              <a:gd name="connsiteX82" fmla="*/ 0 w 4891996"/>
              <a:gd name="connsiteY82" fmla="*/ 483474 h 580171"/>
              <a:gd name="connsiteX83" fmla="*/ 0 w 4891996"/>
              <a:gd name="connsiteY83" fmla="*/ 96697 h 580171"/>
              <a:gd name="connsiteX84" fmla="*/ 96697 w 4891996"/>
              <a:gd name="connsiteY84" fmla="*/ 0 h 58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891996" h="580171">
                <a:moveTo>
                  <a:pt x="4049756" y="339655"/>
                </a:moveTo>
                <a:lnTo>
                  <a:pt x="4049740" y="339707"/>
                </a:lnTo>
                <a:cubicBezTo>
                  <a:pt x="4044072" y="367403"/>
                  <a:pt x="4041096" y="396079"/>
                  <a:pt x="4041096" y="425450"/>
                </a:cubicBezTo>
                <a:lnTo>
                  <a:pt x="4041096" y="425451"/>
                </a:lnTo>
                <a:cubicBezTo>
                  <a:pt x="4041096" y="396080"/>
                  <a:pt x="4044072" y="367404"/>
                  <a:pt x="4049740" y="339708"/>
                </a:cubicBezTo>
                <a:close/>
                <a:moveTo>
                  <a:pt x="4084464" y="241543"/>
                </a:moveTo>
                <a:lnTo>
                  <a:pt x="4074530" y="259846"/>
                </a:lnTo>
                <a:lnTo>
                  <a:pt x="4073119" y="264392"/>
                </a:lnTo>
                <a:lnTo>
                  <a:pt x="4073120" y="264389"/>
                </a:lnTo>
                <a:lnTo>
                  <a:pt x="4074530" y="259847"/>
                </a:lnTo>
                <a:lnTo>
                  <a:pt x="4084462" y="241547"/>
                </a:lnTo>
                <a:close/>
                <a:moveTo>
                  <a:pt x="4126837" y="171723"/>
                </a:moveTo>
                <a:lnTo>
                  <a:pt x="4113756" y="187577"/>
                </a:lnTo>
                <a:lnTo>
                  <a:pt x="4109324" y="195742"/>
                </a:lnTo>
                <a:lnTo>
                  <a:pt x="4109328" y="195737"/>
                </a:lnTo>
                <a:lnTo>
                  <a:pt x="4113756" y="187578"/>
                </a:lnTo>
                <a:lnTo>
                  <a:pt x="4126828" y="171735"/>
                </a:lnTo>
                <a:close/>
                <a:moveTo>
                  <a:pt x="4179206" y="113474"/>
                </a:moveTo>
                <a:lnTo>
                  <a:pt x="4165707" y="124611"/>
                </a:lnTo>
                <a:lnTo>
                  <a:pt x="4157035" y="135123"/>
                </a:lnTo>
                <a:lnTo>
                  <a:pt x="4157041" y="135116"/>
                </a:lnTo>
                <a:lnTo>
                  <a:pt x="4165707" y="124612"/>
                </a:lnTo>
                <a:lnTo>
                  <a:pt x="4179199" y="113481"/>
                </a:lnTo>
                <a:close/>
                <a:moveTo>
                  <a:pt x="4240639" y="66165"/>
                </a:moveTo>
                <a:lnTo>
                  <a:pt x="4228673" y="72660"/>
                </a:lnTo>
                <a:lnTo>
                  <a:pt x="4215068" y="83885"/>
                </a:lnTo>
                <a:lnTo>
                  <a:pt x="4215076" y="83879"/>
                </a:lnTo>
                <a:lnTo>
                  <a:pt x="4228673" y="72661"/>
                </a:lnTo>
                <a:lnTo>
                  <a:pt x="4240632" y="66170"/>
                </a:lnTo>
                <a:close/>
                <a:moveTo>
                  <a:pt x="4309892" y="30656"/>
                </a:moveTo>
                <a:lnTo>
                  <a:pt x="4300941" y="33434"/>
                </a:lnTo>
                <a:lnTo>
                  <a:pt x="4282615" y="43381"/>
                </a:lnTo>
                <a:lnTo>
                  <a:pt x="4282629" y="43375"/>
                </a:lnTo>
                <a:lnTo>
                  <a:pt x="4300941" y="33435"/>
                </a:lnTo>
                <a:lnTo>
                  <a:pt x="4309887" y="30658"/>
                </a:lnTo>
                <a:close/>
                <a:moveTo>
                  <a:pt x="4385653" y="8155"/>
                </a:moveTo>
                <a:lnTo>
                  <a:pt x="4380803" y="8644"/>
                </a:lnTo>
                <a:lnTo>
                  <a:pt x="4360424" y="14970"/>
                </a:lnTo>
                <a:lnTo>
                  <a:pt x="4360451" y="14962"/>
                </a:lnTo>
                <a:lnTo>
                  <a:pt x="4380803" y="8645"/>
                </a:lnTo>
                <a:lnTo>
                  <a:pt x="4385647" y="8156"/>
                </a:lnTo>
                <a:close/>
                <a:moveTo>
                  <a:pt x="96697" y="0"/>
                </a:moveTo>
                <a:lnTo>
                  <a:pt x="4466546" y="0"/>
                </a:lnTo>
                <a:lnTo>
                  <a:pt x="4466391" y="16"/>
                </a:lnTo>
                <a:lnTo>
                  <a:pt x="4466466" y="9"/>
                </a:lnTo>
                <a:lnTo>
                  <a:pt x="4466546" y="1"/>
                </a:lnTo>
                <a:lnTo>
                  <a:pt x="4466626" y="9"/>
                </a:lnTo>
                <a:lnTo>
                  <a:pt x="4541858" y="6647"/>
                </a:lnTo>
                <a:lnTo>
                  <a:pt x="4547445" y="8156"/>
                </a:lnTo>
                <a:lnTo>
                  <a:pt x="4552289" y="8645"/>
                </a:lnTo>
                <a:lnTo>
                  <a:pt x="4572641" y="14962"/>
                </a:lnTo>
                <a:lnTo>
                  <a:pt x="4612830" y="25818"/>
                </a:lnTo>
                <a:lnTo>
                  <a:pt x="4623205" y="30658"/>
                </a:lnTo>
                <a:lnTo>
                  <a:pt x="4632151" y="33435"/>
                </a:lnTo>
                <a:lnTo>
                  <a:pt x="4650463" y="43375"/>
                </a:lnTo>
                <a:lnTo>
                  <a:pt x="4678317" y="56369"/>
                </a:lnTo>
                <a:lnTo>
                  <a:pt x="4692460" y="66170"/>
                </a:lnTo>
                <a:lnTo>
                  <a:pt x="4704419" y="72661"/>
                </a:lnTo>
                <a:lnTo>
                  <a:pt x="4718016" y="83879"/>
                </a:lnTo>
                <a:lnTo>
                  <a:pt x="4737172" y="97154"/>
                </a:lnTo>
                <a:lnTo>
                  <a:pt x="4753893" y="113481"/>
                </a:lnTo>
                <a:lnTo>
                  <a:pt x="4767385" y="124612"/>
                </a:lnTo>
                <a:lnTo>
                  <a:pt x="4776052" y="135117"/>
                </a:lnTo>
                <a:lnTo>
                  <a:pt x="4788249" y="147026"/>
                </a:lnTo>
                <a:lnTo>
                  <a:pt x="4806264" y="171735"/>
                </a:lnTo>
                <a:lnTo>
                  <a:pt x="4819336" y="187578"/>
                </a:lnTo>
                <a:lnTo>
                  <a:pt x="4823764" y="195737"/>
                </a:lnTo>
                <a:lnTo>
                  <a:pt x="4830402" y="204841"/>
                </a:lnTo>
                <a:lnTo>
                  <a:pt x="4848630" y="241547"/>
                </a:lnTo>
                <a:lnTo>
                  <a:pt x="4858562" y="259847"/>
                </a:lnTo>
                <a:lnTo>
                  <a:pt x="4859972" y="264390"/>
                </a:lnTo>
                <a:lnTo>
                  <a:pt x="4862485" y="269450"/>
                </a:lnTo>
                <a:lnTo>
                  <a:pt x="4883335" y="339653"/>
                </a:lnTo>
                <a:lnTo>
                  <a:pt x="4883352" y="339708"/>
                </a:lnTo>
                <a:cubicBezTo>
                  <a:pt x="4889020" y="367404"/>
                  <a:pt x="4891996" y="396080"/>
                  <a:pt x="4891996" y="425451"/>
                </a:cubicBezTo>
                <a:lnTo>
                  <a:pt x="4891996" y="425452"/>
                </a:lnTo>
                <a:lnTo>
                  <a:pt x="4883352" y="511194"/>
                </a:lnTo>
                <a:lnTo>
                  <a:pt x="4876754" y="532448"/>
                </a:lnTo>
                <a:lnTo>
                  <a:pt x="4863674" y="551849"/>
                </a:lnTo>
                <a:cubicBezTo>
                  <a:pt x="4846175" y="569348"/>
                  <a:pt x="4822001" y="580171"/>
                  <a:pt x="4795299" y="580171"/>
                </a:cubicBezTo>
                <a:lnTo>
                  <a:pt x="4071151" y="580171"/>
                </a:lnTo>
                <a:lnTo>
                  <a:pt x="96697" y="580171"/>
                </a:lnTo>
                <a:cubicBezTo>
                  <a:pt x="43293" y="580171"/>
                  <a:pt x="0" y="536878"/>
                  <a:pt x="0" y="483474"/>
                </a:cubicBezTo>
                <a:lnTo>
                  <a:pt x="0" y="96697"/>
                </a:lnTo>
                <a:cubicBezTo>
                  <a:pt x="0" y="43293"/>
                  <a:pt x="43293" y="0"/>
                  <a:pt x="966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160941-9A8C-092E-C289-06A0C51E3891}"/>
              </a:ext>
            </a:extLst>
          </p:cNvPr>
          <p:cNvSpPr/>
          <p:nvPr/>
        </p:nvSpPr>
        <p:spPr>
          <a:xfrm>
            <a:off x="8779288" y="2383231"/>
            <a:ext cx="2943336" cy="720071"/>
          </a:xfrm>
          <a:custGeom>
            <a:avLst/>
            <a:gdLst>
              <a:gd name="connsiteX0" fmla="*/ 4049756 w 4891996"/>
              <a:gd name="connsiteY0" fmla="*/ 339655 h 580171"/>
              <a:gd name="connsiteX1" fmla="*/ 4049740 w 4891996"/>
              <a:gd name="connsiteY1" fmla="*/ 339707 h 580171"/>
              <a:gd name="connsiteX2" fmla="*/ 4041096 w 4891996"/>
              <a:gd name="connsiteY2" fmla="*/ 425450 h 580171"/>
              <a:gd name="connsiteX3" fmla="*/ 4041096 w 4891996"/>
              <a:gd name="connsiteY3" fmla="*/ 425451 h 580171"/>
              <a:gd name="connsiteX4" fmla="*/ 4049740 w 4891996"/>
              <a:gd name="connsiteY4" fmla="*/ 339708 h 580171"/>
              <a:gd name="connsiteX5" fmla="*/ 4084464 w 4891996"/>
              <a:gd name="connsiteY5" fmla="*/ 241543 h 580171"/>
              <a:gd name="connsiteX6" fmla="*/ 4074530 w 4891996"/>
              <a:gd name="connsiteY6" fmla="*/ 259846 h 580171"/>
              <a:gd name="connsiteX7" fmla="*/ 4073119 w 4891996"/>
              <a:gd name="connsiteY7" fmla="*/ 264392 h 580171"/>
              <a:gd name="connsiteX8" fmla="*/ 4073120 w 4891996"/>
              <a:gd name="connsiteY8" fmla="*/ 264389 h 580171"/>
              <a:gd name="connsiteX9" fmla="*/ 4074530 w 4891996"/>
              <a:gd name="connsiteY9" fmla="*/ 259847 h 580171"/>
              <a:gd name="connsiteX10" fmla="*/ 4084462 w 4891996"/>
              <a:gd name="connsiteY10" fmla="*/ 241547 h 580171"/>
              <a:gd name="connsiteX11" fmla="*/ 4126837 w 4891996"/>
              <a:gd name="connsiteY11" fmla="*/ 171723 h 580171"/>
              <a:gd name="connsiteX12" fmla="*/ 4113756 w 4891996"/>
              <a:gd name="connsiteY12" fmla="*/ 187577 h 580171"/>
              <a:gd name="connsiteX13" fmla="*/ 4109324 w 4891996"/>
              <a:gd name="connsiteY13" fmla="*/ 195742 h 580171"/>
              <a:gd name="connsiteX14" fmla="*/ 4109328 w 4891996"/>
              <a:gd name="connsiteY14" fmla="*/ 195737 h 580171"/>
              <a:gd name="connsiteX15" fmla="*/ 4113756 w 4891996"/>
              <a:gd name="connsiteY15" fmla="*/ 187578 h 580171"/>
              <a:gd name="connsiteX16" fmla="*/ 4126828 w 4891996"/>
              <a:gd name="connsiteY16" fmla="*/ 171735 h 580171"/>
              <a:gd name="connsiteX17" fmla="*/ 4179206 w 4891996"/>
              <a:gd name="connsiteY17" fmla="*/ 113474 h 580171"/>
              <a:gd name="connsiteX18" fmla="*/ 4165707 w 4891996"/>
              <a:gd name="connsiteY18" fmla="*/ 124611 h 580171"/>
              <a:gd name="connsiteX19" fmla="*/ 4157035 w 4891996"/>
              <a:gd name="connsiteY19" fmla="*/ 135123 h 580171"/>
              <a:gd name="connsiteX20" fmla="*/ 4157041 w 4891996"/>
              <a:gd name="connsiteY20" fmla="*/ 135116 h 580171"/>
              <a:gd name="connsiteX21" fmla="*/ 4165707 w 4891996"/>
              <a:gd name="connsiteY21" fmla="*/ 124612 h 580171"/>
              <a:gd name="connsiteX22" fmla="*/ 4179199 w 4891996"/>
              <a:gd name="connsiteY22" fmla="*/ 113481 h 580171"/>
              <a:gd name="connsiteX23" fmla="*/ 4240639 w 4891996"/>
              <a:gd name="connsiteY23" fmla="*/ 66165 h 580171"/>
              <a:gd name="connsiteX24" fmla="*/ 4228673 w 4891996"/>
              <a:gd name="connsiteY24" fmla="*/ 72660 h 580171"/>
              <a:gd name="connsiteX25" fmla="*/ 4215068 w 4891996"/>
              <a:gd name="connsiteY25" fmla="*/ 83885 h 580171"/>
              <a:gd name="connsiteX26" fmla="*/ 4215076 w 4891996"/>
              <a:gd name="connsiteY26" fmla="*/ 83879 h 580171"/>
              <a:gd name="connsiteX27" fmla="*/ 4228673 w 4891996"/>
              <a:gd name="connsiteY27" fmla="*/ 72661 h 580171"/>
              <a:gd name="connsiteX28" fmla="*/ 4240632 w 4891996"/>
              <a:gd name="connsiteY28" fmla="*/ 66170 h 580171"/>
              <a:gd name="connsiteX29" fmla="*/ 4309892 w 4891996"/>
              <a:gd name="connsiteY29" fmla="*/ 30656 h 580171"/>
              <a:gd name="connsiteX30" fmla="*/ 4300941 w 4891996"/>
              <a:gd name="connsiteY30" fmla="*/ 33434 h 580171"/>
              <a:gd name="connsiteX31" fmla="*/ 4282615 w 4891996"/>
              <a:gd name="connsiteY31" fmla="*/ 43381 h 580171"/>
              <a:gd name="connsiteX32" fmla="*/ 4282629 w 4891996"/>
              <a:gd name="connsiteY32" fmla="*/ 43375 h 580171"/>
              <a:gd name="connsiteX33" fmla="*/ 4300941 w 4891996"/>
              <a:gd name="connsiteY33" fmla="*/ 33435 h 580171"/>
              <a:gd name="connsiteX34" fmla="*/ 4309887 w 4891996"/>
              <a:gd name="connsiteY34" fmla="*/ 30658 h 580171"/>
              <a:gd name="connsiteX35" fmla="*/ 4385653 w 4891996"/>
              <a:gd name="connsiteY35" fmla="*/ 8155 h 580171"/>
              <a:gd name="connsiteX36" fmla="*/ 4380803 w 4891996"/>
              <a:gd name="connsiteY36" fmla="*/ 8644 h 580171"/>
              <a:gd name="connsiteX37" fmla="*/ 4360424 w 4891996"/>
              <a:gd name="connsiteY37" fmla="*/ 14970 h 580171"/>
              <a:gd name="connsiteX38" fmla="*/ 4360451 w 4891996"/>
              <a:gd name="connsiteY38" fmla="*/ 14962 h 580171"/>
              <a:gd name="connsiteX39" fmla="*/ 4380803 w 4891996"/>
              <a:gd name="connsiteY39" fmla="*/ 8645 h 580171"/>
              <a:gd name="connsiteX40" fmla="*/ 4385647 w 4891996"/>
              <a:gd name="connsiteY40" fmla="*/ 8156 h 580171"/>
              <a:gd name="connsiteX41" fmla="*/ 96697 w 4891996"/>
              <a:gd name="connsiteY41" fmla="*/ 0 h 580171"/>
              <a:gd name="connsiteX42" fmla="*/ 4466546 w 4891996"/>
              <a:gd name="connsiteY42" fmla="*/ 0 h 580171"/>
              <a:gd name="connsiteX43" fmla="*/ 4466391 w 4891996"/>
              <a:gd name="connsiteY43" fmla="*/ 16 h 580171"/>
              <a:gd name="connsiteX44" fmla="*/ 4466466 w 4891996"/>
              <a:gd name="connsiteY44" fmla="*/ 9 h 580171"/>
              <a:gd name="connsiteX45" fmla="*/ 4466546 w 4891996"/>
              <a:gd name="connsiteY45" fmla="*/ 1 h 580171"/>
              <a:gd name="connsiteX46" fmla="*/ 4466626 w 4891996"/>
              <a:gd name="connsiteY46" fmla="*/ 9 h 580171"/>
              <a:gd name="connsiteX47" fmla="*/ 4541858 w 4891996"/>
              <a:gd name="connsiteY47" fmla="*/ 6647 h 580171"/>
              <a:gd name="connsiteX48" fmla="*/ 4547445 w 4891996"/>
              <a:gd name="connsiteY48" fmla="*/ 8156 h 580171"/>
              <a:gd name="connsiteX49" fmla="*/ 4552289 w 4891996"/>
              <a:gd name="connsiteY49" fmla="*/ 8645 h 580171"/>
              <a:gd name="connsiteX50" fmla="*/ 4572641 w 4891996"/>
              <a:gd name="connsiteY50" fmla="*/ 14962 h 580171"/>
              <a:gd name="connsiteX51" fmla="*/ 4612830 w 4891996"/>
              <a:gd name="connsiteY51" fmla="*/ 25818 h 580171"/>
              <a:gd name="connsiteX52" fmla="*/ 4623205 w 4891996"/>
              <a:gd name="connsiteY52" fmla="*/ 30658 h 580171"/>
              <a:gd name="connsiteX53" fmla="*/ 4632151 w 4891996"/>
              <a:gd name="connsiteY53" fmla="*/ 33435 h 580171"/>
              <a:gd name="connsiteX54" fmla="*/ 4650463 w 4891996"/>
              <a:gd name="connsiteY54" fmla="*/ 43375 h 580171"/>
              <a:gd name="connsiteX55" fmla="*/ 4678317 w 4891996"/>
              <a:gd name="connsiteY55" fmla="*/ 56369 h 580171"/>
              <a:gd name="connsiteX56" fmla="*/ 4692460 w 4891996"/>
              <a:gd name="connsiteY56" fmla="*/ 66170 h 580171"/>
              <a:gd name="connsiteX57" fmla="*/ 4704419 w 4891996"/>
              <a:gd name="connsiteY57" fmla="*/ 72661 h 580171"/>
              <a:gd name="connsiteX58" fmla="*/ 4718016 w 4891996"/>
              <a:gd name="connsiteY58" fmla="*/ 83879 h 580171"/>
              <a:gd name="connsiteX59" fmla="*/ 4737172 w 4891996"/>
              <a:gd name="connsiteY59" fmla="*/ 97154 h 580171"/>
              <a:gd name="connsiteX60" fmla="*/ 4753893 w 4891996"/>
              <a:gd name="connsiteY60" fmla="*/ 113481 h 580171"/>
              <a:gd name="connsiteX61" fmla="*/ 4767385 w 4891996"/>
              <a:gd name="connsiteY61" fmla="*/ 124612 h 580171"/>
              <a:gd name="connsiteX62" fmla="*/ 4776052 w 4891996"/>
              <a:gd name="connsiteY62" fmla="*/ 135117 h 580171"/>
              <a:gd name="connsiteX63" fmla="*/ 4788249 w 4891996"/>
              <a:gd name="connsiteY63" fmla="*/ 147026 h 580171"/>
              <a:gd name="connsiteX64" fmla="*/ 4806264 w 4891996"/>
              <a:gd name="connsiteY64" fmla="*/ 171735 h 580171"/>
              <a:gd name="connsiteX65" fmla="*/ 4819336 w 4891996"/>
              <a:gd name="connsiteY65" fmla="*/ 187578 h 580171"/>
              <a:gd name="connsiteX66" fmla="*/ 4823764 w 4891996"/>
              <a:gd name="connsiteY66" fmla="*/ 195737 h 580171"/>
              <a:gd name="connsiteX67" fmla="*/ 4830402 w 4891996"/>
              <a:gd name="connsiteY67" fmla="*/ 204841 h 580171"/>
              <a:gd name="connsiteX68" fmla="*/ 4848630 w 4891996"/>
              <a:gd name="connsiteY68" fmla="*/ 241547 h 580171"/>
              <a:gd name="connsiteX69" fmla="*/ 4858562 w 4891996"/>
              <a:gd name="connsiteY69" fmla="*/ 259847 h 580171"/>
              <a:gd name="connsiteX70" fmla="*/ 4859972 w 4891996"/>
              <a:gd name="connsiteY70" fmla="*/ 264390 h 580171"/>
              <a:gd name="connsiteX71" fmla="*/ 4862485 w 4891996"/>
              <a:gd name="connsiteY71" fmla="*/ 269450 h 580171"/>
              <a:gd name="connsiteX72" fmla="*/ 4883335 w 4891996"/>
              <a:gd name="connsiteY72" fmla="*/ 339653 h 580171"/>
              <a:gd name="connsiteX73" fmla="*/ 4883352 w 4891996"/>
              <a:gd name="connsiteY73" fmla="*/ 339708 h 580171"/>
              <a:gd name="connsiteX74" fmla="*/ 4891996 w 4891996"/>
              <a:gd name="connsiteY74" fmla="*/ 425451 h 580171"/>
              <a:gd name="connsiteX75" fmla="*/ 4891996 w 4891996"/>
              <a:gd name="connsiteY75" fmla="*/ 425452 h 580171"/>
              <a:gd name="connsiteX76" fmla="*/ 4883352 w 4891996"/>
              <a:gd name="connsiteY76" fmla="*/ 511194 h 580171"/>
              <a:gd name="connsiteX77" fmla="*/ 4876754 w 4891996"/>
              <a:gd name="connsiteY77" fmla="*/ 532448 h 580171"/>
              <a:gd name="connsiteX78" fmla="*/ 4863674 w 4891996"/>
              <a:gd name="connsiteY78" fmla="*/ 551849 h 580171"/>
              <a:gd name="connsiteX79" fmla="*/ 4795299 w 4891996"/>
              <a:gd name="connsiteY79" fmla="*/ 580171 h 580171"/>
              <a:gd name="connsiteX80" fmla="*/ 4071151 w 4891996"/>
              <a:gd name="connsiteY80" fmla="*/ 580171 h 580171"/>
              <a:gd name="connsiteX81" fmla="*/ 96697 w 4891996"/>
              <a:gd name="connsiteY81" fmla="*/ 580171 h 580171"/>
              <a:gd name="connsiteX82" fmla="*/ 0 w 4891996"/>
              <a:gd name="connsiteY82" fmla="*/ 483474 h 580171"/>
              <a:gd name="connsiteX83" fmla="*/ 0 w 4891996"/>
              <a:gd name="connsiteY83" fmla="*/ 96697 h 580171"/>
              <a:gd name="connsiteX84" fmla="*/ 96697 w 4891996"/>
              <a:gd name="connsiteY84" fmla="*/ 0 h 58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891996" h="580171">
                <a:moveTo>
                  <a:pt x="4049756" y="339655"/>
                </a:moveTo>
                <a:lnTo>
                  <a:pt x="4049740" y="339707"/>
                </a:lnTo>
                <a:cubicBezTo>
                  <a:pt x="4044072" y="367403"/>
                  <a:pt x="4041096" y="396079"/>
                  <a:pt x="4041096" y="425450"/>
                </a:cubicBezTo>
                <a:lnTo>
                  <a:pt x="4041096" y="425451"/>
                </a:lnTo>
                <a:cubicBezTo>
                  <a:pt x="4041096" y="396080"/>
                  <a:pt x="4044072" y="367404"/>
                  <a:pt x="4049740" y="339708"/>
                </a:cubicBezTo>
                <a:close/>
                <a:moveTo>
                  <a:pt x="4084464" y="241543"/>
                </a:moveTo>
                <a:lnTo>
                  <a:pt x="4074530" y="259846"/>
                </a:lnTo>
                <a:lnTo>
                  <a:pt x="4073119" y="264392"/>
                </a:lnTo>
                <a:lnTo>
                  <a:pt x="4073120" y="264389"/>
                </a:lnTo>
                <a:lnTo>
                  <a:pt x="4074530" y="259847"/>
                </a:lnTo>
                <a:lnTo>
                  <a:pt x="4084462" y="241547"/>
                </a:lnTo>
                <a:close/>
                <a:moveTo>
                  <a:pt x="4126837" y="171723"/>
                </a:moveTo>
                <a:lnTo>
                  <a:pt x="4113756" y="187577"/>
                </a:lnTo>
                <a:lnTo>
                  <a:pt x="4109324" y="195742"/>
                </a:lnTo>
                <a:lnTo>
                  <a:pt x="4109328" y="195737"/>
                </a:lnTo>
                <a:lnTo>
                  <a:pt x="4113756" y="187578"/>
                </a:lnTo>
                <a:lnTo>
                  <a:pt x="4126828" y="171735"/>
                </a:lnTo>
                <a:close/>
                <a:moveTo>
                  <a:pt x="4179206" y="113474"/>
                </a:moveTo>
                <a:lnTo>
                  <a:pt x="4165707" y="124611"/>
                </a:lnTo>
                <a:lnTo>
                  <a:pt x="4157035" y="135123"/>
                </a:lnTo>
                <a:lnTo>
                  <a:pt x="4157041" y="135116"/>
                </a:lnTo>
                <a:lnTo>
                  <a:pt x="4165707" y="124612"/>
                </a:lnTo>
                <a:lnTo>
                  <a:pt x="4179199" y="113481"/>
                </a:lnTo>
                <a:close/>
                <a:moveTo>
                  <a:pt x="4240639" y="66165"/>
                </a:moveTo>
                <a:lnTo>
                  <a:pt x="4228673" y="72660"/>
                </a:lnTo>
                <a:lnTo>
                  <a:pt x="4215068" y="83885"/>
                </a:lnTo>
                <a:lnTo>
                  <a:pt x="4215076" y="83879"/>
                </a:lnTo>
                <a:lnTo>
                  <a:pt x="4228673" y="72661"/>
                </a:lnTo>
                <a:lnTo>
                  <a:pt x="4240632" y="66170"/>
                </a:lnTo>
                <a:close/>
                <a:moveTo>
                  <a:pt x="4309892" y="30656"/>
                </a:moveTo>
                <a:lnTo>
                  <a:pt x="4300941" y="33434"/>
                </a:lnTo>
                <a:lnTo>
                  <a:pt x="4282615" y="43381"/>
                </a:lnTo>
                <a:lnTo>
                  <a:pt x="4282629" y="43375"/>
                </a:lnTo>
                <a:lnTo>
                  <a:pt x="4300941" y="33435"/>
                </a:lnTo>
                <a:lnTo>
                  <a:pt x="4309887" y="30658"/>
                </a:lnTo>
                <a:close/>
                <a:moveTo>
                  <a:pt x="4385653" y="8155"/>
                </a:moveTo>
                <a:lnTo>
                  <a:pt x="4380803" y="8644"/>
                </a:lnTo>
                <a:lnTo>
                  <a:pt x="4360424" y="14970"/>
                </a:lnTo>
                <a:lnTo>
                  <a:pt x="4360451" y="14962"/>
                </a:lnTo>
                <a:lnTo>
                  <a:pt x="4380803" y="8645"/>
                </a:lnTo>
                <a:lnTo>
                  <a:pt x="4385647" y="8156"/>
                </a:lnTo>
                <a:close/>
                <a:moveTo>
                  <a:pt x="96697" y="0"/>
                </a:moveTo>
                <a:lnTo>
                  <a:pt x="4466546" y="0"/>
                </a:lnTo>
                <a:lnTo>
                  <a:pt x="4466391" y="16"/>
                </a:lnTo>
                <a:lnTo>
                  <a:pt x="4466466" y="9"/>
                </a:lnTo>
                <a:lnTo>
                  <a:pt x="4466546" y="1"/>
                </a:lnTo>
                <a:lnTo>
                  <a:pt x="4466626" y="9"/>
                </a:lnTo>
                <a:lnTo>
                  <a:pt x="4541858" y="6647"/>
                </a:lnTo>
                <a:lnTo>
                  <a:pt x="4547445" y="8156"/>
                </a:lnTo>
                <a:lnTo>
                  <a:pt x="4552289" y="8645"/>
                </a:lnTo>
                <a:lnTo>
                  <a:pt x="4572641" y="14962"/>
                </a:lnTo>
                <a:lnTo>
                  <a:pt x="4612830" y="25818"/>
                </a:lnTo>
                <a:lnTo>
                  <a:pt x="4623205" y="30658"/>
                </a:lnTo>
                <a:lnTo>
                  <a:pt x="4632151" y="33435"/>
                </a:lnTo>
                <a:lnTo>
                  <a:pt x="4650463" y="43375"/>
                </a:lnTo>
                <a:lnTo>
                  <a:pt x="4678317" y="56369"/>
                </a:lnTo>
                <a:lnTo>
                  <a:pt x="4692460" y="66170"/>
                </a:lnTo>
                <a:lnTo>
                  <a:pt x="4704419" y="72661"/>
                </a:lnTo>
                <a:lnTo>
                  <a:pt x="4718016" y="83879"/>
                </a:lnTo>
                <a:lnTo>
                  <a:pt x="4737172" y="97154"/>
                </a:lnTo>
                <a:lnTo>
                  <a:pt x="4753893" y="113481"/>
                </a:lnTo>
                <a:lnTo>
                  <a:pt x="4767385" y="124612"/>
                </a:lnTo>
                <a:lnTo>
                  <a:pt x="4776052" y="135117"/>
                </a:lnTo>
                <a:lnTo>
                  <a:pt x="4788249" y="147026"/>
                </a:lnTo>
                <a:lnTo>
                  <a:pt x="4806264" y="171735"/>
                </a:lnTo>
                <a:lnTo>
                  <a:pt x="4819336" y="187578"/>
                </a:lnTo>
                <a:lnTo>
                  <a:pt x="4823764" y="195737"/>
                </a:lnTo>
                <a:lnTo>
                  <a:pt x="4830402" y="204841"/>
                </a:lnTo>
                <a:lnTo>
                  <a:pt x="4848630" y="241547"/>
                </a:lnTo>
                <a:lnTo>
                  <a:pt x="4858562" y="259847"/>
                </a:lnTo>
                <a:lnTo>
                  <a:pt x="4859972" y="264390"/>
                </a:lnTo>
                <a:lnTo>
                  <a:pt x="4862485" y="269450"/>
                </a:lnTo>
                <a:lnTo>
                  <a:pt x="4883335" y="339653"/>
                </a:lnTo>
                <a:lnTo>
                  <a:pt x="4883352" y="339708"/>
                </a:lnTo>
                <a:cubicBezTo>
                  <a:pt x="4889020" y="367404"/>
                  <a:pt x="4891996" y="396080"/>
                  <a:pt x="4891996" y="425451"/>
                </a:cubicBezTo>
                <a:lnTo>
                  <a:pt x="4891996" y="425452"/>
                </a:lnTo>
                <a:lnTo>
                  <a:pt x="4883352" y="511194"/>
                </a:lnTo>
                <a:lnTo>
                  <a:pt x="4876754" y="532448"/>
                </a:lnTo>
                <a:lnTo>
                  <a:pt x="4863674" y="551849"/>
                </a:lnTo>
                <a:cubicBezTo>
                  <a:pt x="4846175" y="569348"/>
                  <a:pt x="4822001" y="580171"/>
                  <a:pt x="4795299" y="580171"/>
                </a:cubicBezTo>
                <a:lnTo>
                  <a:pt x="4071151" y="580171"/>
                </a:lnTo>
                <a:lnTo>
                  <a:pt x="96697" y="580171"/>
                </a:lnTo>
                <a:cubicBezTo>
                  <a:pt x="43293" y="580171"/>
                  <a:pt x="0" y="536878"/>
                  <a:pt x="0" y="483474"/>
                </a:cubicBezTo>
                <a:lnTo>
                  <a:pt x="0" y="96697"/>
                </a:lnTo>
                <a:cubicBezTo>
                  <a:pt x="0" y="43293"/>
                  <a:pt x="43293" y="0"/>
                  <a:pt x="966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9D90C-9246-5C31-5C07-9C40E349E950}"/>
              </a:ext>
            </a:extLst>
          </p:cNvPr>
          <p:cNvSpPr/>
          <p:nvPr/>
        </p:nvSpPr>
        <p:spPr>
          <a:xfrm>
            <a:off x="8779288" y="3428124"/>
            <a:ext cx="2943336" cy="720071"/>
          </a:xfrm>
          <a:custGeom>
            <a:avLst/>
            <a:gdLst>
              <a:gd name="connsiteX0" fmla="*/ 4049756 w 4891996"/>
              <a:gd name="connsiteY0" fmla="*/ 339655 h 580171"/>
              <a:gd name="connsiteX1" fmla="*/ 4049740 w 4891996"/>
              <a:gd name="connsiteY1" fmla="*/ 339707 h 580171"/>
              <a:gd name="connsiteX2" fmla="*/ 4041096 w 4891996"/>
              <a:gd name="connsiteY2" fmla="*/ 425450 h 580171"/>
              <a:gd name="connsiteX3" fmla="*/ 4041096 w 4891996"/>
              <a:gd name="connsiteY3" fmla="*/ 425451 h 580171"/>
              <a:gd name="connsiteX4" fmla="*/ 4049740 w 4891996"/>
              <a:gd name="connsiteY4" fmla="*/ 339708 h 580171"/>
              <a:gd name="connsiteX5" fmla="*/ 4084464 w 4891996"/>
              <a:gd name="connsiteY5" fmla="*/ 241543 h 580171"/>
              <a:gd name="connsiteX6" fmla="*/ 4074530 w 4891996"/>
              <a:gd name="connsiteY6" fmla="*/ 259846 h 580171"/>
              <a:gd name="connsiteX7" fmla="*/ 4073119 w 4891996"/>
              <a:gd name="connsiteY7" fmla="*/ 264392 h 580171"/>
              <a:gd name="connsiteX8" fmla="*/ 4073120 w 4891996"/>
              <a:gd name="connsiteY8" fmla="*/ 264389 h 580171"/>
              <a:gd name="connsiteX9" fmla="*/ 4074530 w 4891996"/>
              <a:gd name="connsiteY9" fmla="*/ 259847 h 580171"/>
              <a:gd name="connsiteX10" fmla="*/ 4084462 w 4891996"/>
              <a:gd name="connsiteY10" fmla="*/ 241547 h 580171"/>
              <a:gd name="connsiteX11" fmla="*/ 4126837 w 4891996"/>
              <a:gd name="connsiteY11" fmla="*/ 171723 h 580171"/>
              <a:gd name="connsiteX12" fmla="*/ 4113756 w 4891996"/>
              <a:gd name="connsiteY12" fmla="*/ 187577 h 580171"/>
              <a:gd name="connsiteX13" fmla="*/ 4109324 w 4891996"/>
              <a:gd name="connsiteY13" fmla="*/ 195742 h 580171"/>
              <a:gd name="connsiteX14" fmla="*/ 4109328 w 4891996"/>
              <a:gd name="connsiteY14" fmla="*/ 195737 h 580171"/>
              <a:gd name="connsiteX15" fmla="*/ 4113756 w 4891996"/>
              <a:gd name="connsiteY15" fmla="*/ 187578 h 580171"/>
              <a:gd name="connsiteX16" fmla="*/ 4126828 w 4891996"/>
              <a:gd name="connsiteY16" fmla="*/ 171735 h 580171"/>
              <a:gd name="connsiteX17" fmla="*/ 4179206 w 4891996"/>
              <a:gd name="connsiteY17" fmla="*/ 113474 h 580171"/>
              <a:gd name="connsiteX18" fmla="*/ 4165707 w 4891996"/>
              <a:gd name="connsiteY18" fmla="*/ 124611 h 580171"/>
              <a:gd name="connsiteX19" fmla="*/ 4157035 w 4891996"/>
              <a:gd name="connsiteY19" fmla="*/ 135123 h 580171"/>
              <a:gd name="connsiteX20" fmla="*/ 4157041 w 4891996"/>
              <a:gd name="connsiteY20" fmla="*/ 135116 h 580171"/>
              <a:gd name="connsiteX21" fmla="*/ 4165707 w 4891996"/>
              <a:gd name="connsiteY21" fmla="*/ 124612 h 580171"/>
              <a:gd name="connsiteX22" fmla="*/ 4179199 w 4891996"/>
              <a:gd name="connsiteY22" fmla="*/ 113481 h 580171"/>
              <a:gd name="connsiteX23" fmla="*/ 4240639 w 4891996"/>
              <a:gd name="connsiteY23" fmla="*/ 66165 h 580171"/>
              <a:gd name="connsiteX24" fmla="*/ 4228673 w 4891996"/>
              <a:gd name="connsiteY24" fmla="*/ 72660 h 580171"/>
              <a:gd name="connsiteX25" fmla="*/ 4215068 w 4891996"/>
              <a:gd name="connsiteY25" fmla="*/ 83885 h 580171"/>
              <a:gd name="connsiteX26" fmla="*/ 4215076 w 4891996"/>
              <a:gd name="connsiteY26" fmla="*/ 83879 h 580171"/>
              <a:gd name="connsiteX27" fmla="*/ 4228673 w 4891996"/>
              <a:gd name="connsiteY27" fmla="*/ 72661 h 580171"/>
              <a:gd name="connsiteX28" fmla="*/ 4240632 w 4891996"/>
              <a:gd name="connsiteY28" fmla="*/ 66170 h 580171"/>
              <a:gd name="connsiteX29" fmla="*/ 4309892 w 4891996"/>
              <a:gd name="connsiteY29" fmla="*/ 30656 h 580171"/>
              <a:gd name="connsiteX30" fmla="*/ 4300941 w 4891996"/>
              <a:gd name="connsiteY30" fmla="*/ 33434 h 580171"/>
              <a:gd name="connsiteX31" fmla="*/ 4282615 w 4891996"/>
              <a:gd name="connsiteY31" fmla="*/ 43381 h 580171"/>
              <a:gd name="connsiteX32" fmla="*/ 4282629 w 4891996"/>
              <a:gd name="connsiteY32" fmla="*/ 43375 h 580171"/>
              <a:gd name="connsiteX33" fmla="*/ 4300941 w 4891996"/>
              <a:gd name="connsiteY33" fmla="*/ 33435 h 580171"/>
              <a:gd name="connsiteX34" fmla="*/ 4309887 w 4891996"/>
              <a:gd name="connsiteY34" fmla="*/ 30658 h 580171"/>
              <a:gd name="connsiteX35" fmla="*/ 4385653 w 4891996"/>
              <a:gd name="connsiteY35" fmla="*/ 8155 h 580171"/>
              <a:gd name="connsiteX36" fmla="*/ 4380803 w 4891996"/>
              <a:gd name="connsiteY36" fmla="*/ 8644 h 580171"/>
              <a:gd name="connsiteX37" fmla="*/ 4360424 w 4891996"/>
              <a:gd name="connsiteY37" fmla="*/ 14970 h 580171"/>
              <a:gd name="connsiteX38" fmla="*/ 4360451 w 4891996"/>
              <a:gd name="connsiteY38" fmla="*/ 14962 h 580171"/>
              <a:gd name="connsiteX39" fmla="*/ 4380803 w 4891996"/>
              <a:gd name="connsiteY39" fmla="*/ 8645 h 580171"/>
              <a:gd name="connsiteX40" fmla="*/ 4385647 w 4891996"/>
              <a:gd name="connsiteY40" fmla="*/ 8156 h 580171"/>
              <a:gd name="connsiteX41" fmla="*/ 96697 w 4891996"/>
              <a:gd name="connsiteY41" fmla="*/ 0 h 580171"/>
              <a:gd name="connsiteX42" fmla="*/ 4466546 w 4891996"/>
              <a:gd name="connsiteY42" fmla="*/ 0 h 580171"/>
              <a:gd name="connsiteX43" fmla="*/ 4466391 w 4891996"/>
              <a:gd name="connsiteY43" fmla="*/ 16 h 580171"/>
              <a:gd name="connsiteX44" fmla="*/ 4466466 w 4891996"/>
              <a:gd name="connsiteY44" fmla="*/ 9 h 580171"/>
              <a:gd name="connsiteX45" fmla="*/ 4466546 w 4891996"/>
              <a:gd name="connsiteY45" fmla="*/ 1 h 580171"/>
              <a:gd name="connsiteX46" fmla="*/ 4466626 w 4891996"/>
              <a:gd name="connsiteY46" fmla="*/ 9 h 580171"/>
              <a:gd name="connsiteX47" fmla="*/ 4541858 w 4891996"/>
              <a:gd name="connsiteY47" fmla="*/ 6647 h 580171"/>
              <a:gd name="connsiteX48" fmla="*/ 4547445 w 4891996"/>
              <a:gd name="connsiteY48" fmla="*/ 8156 h 580171"/>
              <a:gd name="connsiteX49" fmla="*/ 4552289 w 4891996"/>
              <a:gd name="connsiteY49" fmla="*/ 8645 h 580171"/>
              <a:gd name="connsiteX50" fmla="*/ 4572641 w 4891996"/>
              <a:gd name="connsiteY50" fmla="*/ 14962 h 580171"/>
              <a:gd name="connsiteX51" fmla="*/ 4612830 w 4891996"/>
              <a:gd name="connsiteY51" fmla="*/ 25818 h 580171"/>
              <a:gd name="connsiteX52" fmla="*/ 4623205 w 4891996"/>
              <a:gd name="connsiteY52" fmla="*/ 30658 h 580171"/>
              <a:gd name="connsiteX53" fmla="*/ 4632151 w 4891996"/>
              <a:gd name="connsiteY53" fmla="*/ 33435 h 580171"/>
              <a:gd name="connsiteX54" fmla="*/ 4650463 w 4891996"/>
              <a:gd name="connsiteY54" fmla="*/ 43375 h 580171"/>
              <a:gd name="connsiteX55" fmla="*/ 4678317 w 4891996"/>
              <a:gd name="connsiteY55" fmla="*/ 56369 h 580171"/>
              <a:gd name="connsiteX56" fmla="*/ 4692460 w 4891996"/>
              <a:gd name="connsiteY56" fmla="*/ 66170 h 580171"/>
              <a:gd name="connsiteX57" fmla="*/ 4704419 w 4891996"/>
              <a:gd name="connsiteY57" fmla="*/ 72661 h 580171"/>
              <a:gd name="connsiteX58" fmla="*/ 4718016 w 4891996"/>
              <a:gd name="connsiteY58" fmla="*/ 83879 h 580171"/>
              <a:gd name="connsiteX59" fmla="*/ 4737172 w 4891996"/>
              <a:gd name="connsiteY59" fmla="*/ 97154 h 580171"/>
              <a:gd name="connsiteX60" fmla="*/ 4753893 w 4891996"/>
              <a:gd name="connsiteY60" fmla="*/ 113481 h 580171"/>
              <a:gd name="connsiteX61" fmla="*/ 4767385 w 4891996"/>
              <a:gd name="connsiteY61" fmla="*/ 124612 h 580171"/>
              <a:gd name="connsiteX62" fmla="*/ 4776052 w 4891996"/>
              <a:gd name="connsiteY62" fmla="*/ 135117 h 580171"/>
              <a:gd name="connsiteX63" fmla="*/ 4788249 w 4891996"/>
              <a:gd name="connsiteY63" fmla="*/ 147026 h 580171"/>
              <a:gd name="connsiteX64" fmla="*/ 4806264 w 4891996"/>
              <a:gd name="connsiteY64" fmla="*/ 171735 h 580171"/>
              <a:gd name="connsiteX65" fmla="*/ 4819336 w 4891996"/>
              <a:gd name="connsiteY65" fmla="*/ 187578 h 580171"/>
              <a:gd name="connsiteX66" fmla="*/ 4823764 w 4891996"/>
              <a:gd name="connsiteY66" fmla="*/ 195737 h 580171"/>
              <a:gd name="connsiteX67" fmla="*/ 4830402 w 4891996"/>
              <a:gd name="connsiteY67" fmla="*/ 204841 h 580171"/>
              <a:gd name="connsiteX68" fmla="*/ 4848630 w 4891996"/>
              <a:gd name="connsiteY68" fmla="*/ 241547 h 580171"/>
              <a:gd name="connsiteX69" fmla="*/ 4858562 w 4891996"/>
              <a:gd name="connsiteY69" fmla="*/ 259847 h 580171"/>
              <a:gd name="connsiteX70" fmla="*/ 4859972 w 4891996"/>
              <a:gd name="connsiteY70" fmla="*/ 264390 h 580171"/>
              <a:gd name="connsiteX71" fmla="*/ 4862485 w 4891996"/>
              <a:gd name="connsiteY71" fmla="*/ 269450 h 580171"/>
              <a:gd name="connsiteX72" fmla="*/ 4883335 w 4891996"/>
              <a:gd name="connsiteY72" fmla="*/ 339653 h 580171"/>
              <a:gd name="connsiteX73" fmla="*/ 4883352 w 4891996"/>
              <a:gd name="connsiteY73" fmla="*/ 339708 h 580171"/>
              <a:gd name="connsiteX74" fmla="*/ 4891996 w 4891996"/>
              <a:gd name="connsiteY74" fmla="*/ 425451 h 580171"/>
              <a:gd name="connsiteX75" fmla="*/ 4891996 w 4891996"/>
              <a:gd name="connsiteY75" fmla="*/ 425452 h 580171"/>
              <a:gd name="connsiteX76" fmla="*/ 4883352 w 4891996"/>
              <a:gd name="connsiteY76" fmla="*/ 511194 h 580171"/>
              <a:gd name="connsiteX77" fmla="*/ 4876754 w 4891996"/>
              <a:gd name="connsiteY77" fmla="*/ 532448 h 580171"/>
              <a:gd name="connsiteX78" fmla="*/ 4863674 w 4891996"/>
              <a:gd name="connsiteY78" fmla="*/ 551849 h 580171"/>
              <a:gd name="connsiteX79" fmla="*/ 4795299 w 4891996"/>
              <a:gd name="connsiteY79" fmla="*/ 580171 h 580171"/>
              <a:gd name="connsiteX80" fmla="*/ 4071151 w 4891996"/>
              <a:gd name="connsiteY80" fmla="*/ 580171 h 580171"/>
              <a:gd name="connsiteX81" fmla="*/ 96697 w 4891996"/>
              <a:gd name="connsiteY81" fmla="*/ 580171 h 580171"/>
              <a:gd name="connsiteX82" fmla="*/ 0 w 4891996"/>
              <a:gd name="connsiteY82" fmla="*/ 483474 h 580171"/>
              <a:gd name="connsiteX83" fmla="*/ 0 w 4891996"/>
              <a:gd name="connsiteY83" fmla="*/ 96697 h 580171"/>
              <a:gd name="connsiteX84" fmla="*/ 96697 w 4891996"/>
              <a:gd name="connsiteY84" fmla="*/ 0 h 58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891996" h="580171">
                <a:moveTo>
                  <a:pt x="4049756" y="339655"/>
                </a:moveTo>
                <a:lnTo>
                  <a:pt x="4049740" y="339707"/>
                </a:lnTo>
                <a:cubicBezTo>
                  <a:pt x="4044072" y="367403"/>
                  <a:pt x="4041096" y="396079"/>
                  <a:pt x="4041096" y="425450"/>
                </a:cubicBezTo>
                <a:lnTo>
                  <a:pt x="4041096" y="425451"/>
                </a:lnTo>
                <a:cubicBezTo>
                  <a:pt x="4041096" y="396080"/>
                  <a:pt x="4044072" y="367404"/>
                  <a:pt x="4049740" y="339708"/>
                </a:cubicBezTo>
                <a:close/>
                <a:moveTo>
                  <a:pt x="4084464" y="241543"/>
                </a:moveTo>
                <a:lnTo>
                  <a:pt x="4074530" y="259846"/>
                </a:lnTo>
                <a:lnTo>
                  <a:pt x="4073119" y="264392"/>
                </a:lnTo>
                <a:lnTo>
                  <a:pt x="4073120" y="264389"/>
                </a:lnTo>
                <a:lnTo>
                  <a:pt x="4074530" y="259847"/>
                </a:lnTo>
                <a:lnTo>
                  <a:pt x="4084462" y="241547"/>
                </a:lnTo>
                <a:close/>
                <a:moveTo>
                  <a:pt x="4126837" y="171723"/>
                </a:moveTo>
                <a:lnTo>
                  <a:pt x="4113756" y="187577"/>
                </a:lnTo>
                <a:lnTo>
                  <a:pt x="4109324" y="195742"/>
                </a:lnTo>
                <a:lnTo>
                  <a:pt x="4109328" y="195737"/>
                </a:lnTo>
                <a:lnTo>
                  <a:pt x="4113756" y="187578"/>
                </a:lnTo>
                <a:lnTo>
                  <a:pt x="4126828" y="171735"/>
                </a:lnTo>
                <a:close/>
                <a:moveTo>
                  <a:pt x="4179206" y="113474"/>
                </a:moveTo>
                <a:lnTo>
                  <a:pt x="4165707" y="124611"/>
                </a:lnTo>
                <a:lnTo>
                  <a:pt x="4157035" y="135123"/>
                </a:lnTo>
                <a:lnTo>
                  <a:pt x="4157041" y="135116"/>
                </a:lnTo>
                <a:lnTo>
                  <a:pt x="4165707" y="124612"/>
                </a:lnTo>
                <a:lnTo>
                  <a:pt x="4179199" y="113481"/>
                </a:lnTo>
                <a:close/>
                <a:moveTo>
                  <a:pt x="4240639" y="66165"/>
                </a:moveTo>
                <a:lnTo>
                  <a:pt x="4228673" y="72660"/>
                </a:lnTo>
                <a:lnTo>
                  <a:pt x="4215068" y="83885"/>
                </a:lnTo>
                <a:lnTo>
                  <a:pt x="4215076" y="83879"/>
                </a:lnTo>
                <a:lnTo>
                  <a:pt x="4228673" y="72661"/>
                </a:lnTo>
                <a:lnTo>
                  <a:pt x="4240632" y="66170"/>
                </a:lnTo>
                <a:close/>
                <a:moveTo>
                  <a:pt x="4309892" y="30656"/>
                </a:moveTo>
                <a:lnTo>
                  <a:pt x="4300941" y="33434"/>
                </a:lnTo>
                <a:lnTo>
                  <a:pt x="4282615" y="43381"/>
                </a:lnTo>
                <a:lnTo>
                  <a:pt x="4282629" y="43375"/>
                </a:lnTo>
                <a:lnTo>
                  <a:pt x="4300941" y="33435"/>
                </a:lnTo>
                <a:lnTo>
                  <a:pt x="4309887" y="30658"/>
                </a:lnTo>
                <a:close/>
                <a:moveTo>
                  <a:pt x="4385653" y="8155"/>
                </a:moveTo>
                <a:lnTo>
                  <a:pt x="4380803" y="8644"/>
                </a:lnTo>
                <a:lnTo>
                  <a:pt x="4360424" y="14970"/>
                </a:lnTo>
                <a:lnTo>
                  <a:pt x="4360451" y="14962"/>
                </a:lnTo>
                <a:lnTo>
                  <a:pt x="4380803" y="8645"/>
                </a:lnTo>
                <a:lnTo>
                  <a:pt x="4385647" y="8156"/>
                </a:lnTo>
                <a:close/>
                <a:moveTo>
                  <a:pt x="96697" y="0"/>
                </a:moveTo>
                <a:lnTo>
                  <a:pt x="4466546" y="0"/>
                </a:lnTo>
                <a:lnTo>
                  <a:pt x="4466391" y="16"/>
                </a:lnTo>
                <a:lnTo>
                  <a:pt x="4466466" y="9"/>
                </a:lnTo>
                <a:lnTo>
                  <a:pt x="4466546" y="1"/>
                </a:lnTo>
                <a:lnTo>
                  <a:pt x="4466626" y="9"/>
                </a:lnTo>
                <a:lnTo>
                  <a:pt x="4541858" y="6647"/>
                </a:lnTo>
                <a:lnTo>
                  <a:pt x="4547445" y="8156"/>
                </a:lnTo>
                <a:lnTo>
                  <a:pt x="4552289" y="8645"/>
                </a:lnTo>
                <a:lnTo>
                  <a:pt x="4572641" y="14962"/>
                </a:lnTo>
                <a:lnTo>
                  <a:pt x="4612830" y="25818"/>
                </a:lnTo>
                <a:lnTo>
                  <a:pt x="4623205" y="30658"/>
                </a:lnTo>
                <a:lnTo>
                  <a:pt x="4632151" y="33435"/>
                </a:lnTo>
                <a:lnTo>
                  <a:pt x="4650463" y="43375"/>
                </a:lnTo>
                <a:lnTo>
                  <a:pt x="4678317" y="56369"/>
                </a:lnTo>
                <a:lnTo>
                  <a:pt x="4692460" y="66170"/>
                </a:lnTo>
                <a:lnTo>
                  <a:pt x="4704419" y="72661"/>
                </a:lnTo>
                <a:lnTo>
                  <a:pt x="4718016" y="83879"/>
                </a:lnTo>
                <a:lnTo>
                  <a:pt x="4737172" y="97154"/>
                </a:lnTo>
                <a:lnTo>
                  <a:pt x="4753893" y="113481"/>
                </a:lnTo>
                <a:lnTo>
                  <a:pt x="4767385" y="124612"/>
                </a:lnTo>
                <a:lnTo>
                  <a:pt x="4776052" y="135117"/>
                </a:lnTo>
                <a:lnTo>
                  <a:pt x="4788249" y="147026"/>
                </a:lnTo>
                <a:lnTo>
                  <a:pt x="4806264" y="171735"/>
                </a:lnTo>
                <a:lnTo>
                  <a:pt x="4819336" y="187578"/>
                </a:lnTo>
                <a:lnTo>
                  <a:pt x="4823764" y="195737"/>
                </a:lnTo>
                <a:lnTo>
                  <a:pt x="4830402" y="204841"/>
                </a:lnTo>
                <a:lnTo>
                  <a:pt x="4848630" y="241547"/>
                </a:lnTo>
                <a:lnTo>
                  <a:pt x="4858562" y="259847"/>
                </a:lnTo>
                <a:lnTo>
                  <a:pt x="4859972" y="264390"/>
                </a:lnTo>
                <a:lnTo>
                  <a:pt x="4862485" y="269450"/>
                </a:lnTo>
                <a:lnTo>
                  <a:pt x="4883335" y="339653"/>
                </a:lnTo>
                <a:lnTo>
                  <a:pt x="4883352" y="339708"/>
                </a:lnTo>
                <a:cubicBezTo>
                  <a:pt x="4889020" y="367404"/>
                  <a:pt x="4891996" y="396080"/>
                  <a:pt x="4891996" y="425451"/>
                </a:cubicBezTo>
                <a:lnTo>
                  <a:pt x="4891996" y="425452"/>
                </a:lnTo>
                <a:lnTo>
                  <a:pt x="4883352" y="511194"/>
                </a:lnTo>
                <a:lnTo>
                  <a:pt x="4876754" y="532448"/>
                </a:lnTo>
                <a:lnTo>
                  <a:pt x="4863674" y="551849"/>
                </a:lnTo>
                <a:cubicBezTo>
                  <a:pt x="4846175" y="569348"/>
                  <a:pt x="4822001" y="580171"/>
                  <a:pt x="4795299" y="580171"/>
                </a:cubicBezTo>
                <a:lnTo>
                  <a:pt x="4071151" y="580171"/>
                </a:lnTo>
                <a:lnTo>
                  <a:pt x="96697" y="580171"/>
                </a:lnTo>
                <a:cubicBezTo>
                  <a:pt x="43293" y="580171"/>
                  <a:pt x="0" y="536878"/>
                  <a:pt x="0" y="483474"/>
                </a:cubicBezTo>
                <a:lnTo>
                  <a:pt x="0" y="96697"/>
                </a:lnTo>
                <a:cubicBezTo>
                  <a:pt x="0" y="43293"/>
                  <a:pt x="43293" y="0"/>
                  <a:pt x="966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14507E2-44F7-13BD-4CE2-F8C56EE66930}"/>
              </a:ext>
            </a:extLst>
          </p:cNvPr>
          <p:cNvSpPr/>
          <p:nvPr/>
        </p:nvSpPr>
        <p:spPr>
          <a:xfrm>
            <a:off x="8779288" y="4473018"/>
            <a:ext cx="2943336" cy="720071"/>
          </a:xfrm>
          <a:custGeom>
            <a:avLst/>
            <a:gdLst>
              <a:gd name="connsiteX0" fmla="*/ 4049756 w 4891996"/>
              <a:gd name="connsiteY0" fmla="*/ 339655 h 580171"/>
              <a:gd name="connsiteX1" fmla="*/ 4049740 w 4891996"/>
              <a:gd name="connsiteY1" fmla="*/ 339707 h 580171"/>
              <a:gd name="connsiteX2" fmla="*/ 4041096 w 4891996"/>
              <a:gd name="connsiteY2" fmla="*/ 425450 h 580171"/>
              <a:gd name="connsiteX3" fmla="*/ 4041096 w 4891996"/>
              <a:gd name="connsiteY3" fmla="*/ 425451 h 580171"/>
              <a:gd name="connsiteX4" fmla="*/ 4049740 w 4891996"/>
              <a:gd name="connsiteY4" fmla="*/ 339708 h 580171"/>
              <a:gd name="connsiteX5" fmla="*/ 4084464 w 4891996"/>
              <a:gd name="connsiteY5" fmla="*/ 241543 h 580171"/>
              <a:gd name="connsiteX6" fmla="*/ 4074530 w 4891996"/>
              <a:gd name="connsiteY6" fmla="*/ 259846 h 580171"/>
              <a:gd name="connsiteX7" fmla="*/ 4073119 w 4891996"/>
              <a:gd name="connsiteY7" fmla="*/ 264392 h 580171"/>
              <a:gd name="connsiteX8" fmla="*/ 4073120 w 4891996"/>
              <a:gd name="connsiteY8" fmla="*/ 264389 h 580171"/>
              <a:gd name="connsiteX9" fmla="*/ 4074530 w 4891996"/>
              <a:gd name="connsiteY9" fmla="*/ 259847 h 580171"/>
              <a:gd name="connsiteX10" fmla="*/ 4084462 w 4891996"/>
              <a:gd name="connsiteY10" fmla="*/ 241547 h 580171"/>
              <a:gd name="connsiteX11" fmla="*/ 4126837 w 4891996"/>
              <a:gd name="connsiteY11" fmla="*/ 171723 h 580171"/>
              <a:gd name="connsiteX12" fmla="*/ 4113756 w 4891996"/>
              <a:gd name="connsiteY12" fmla="*/ 187577 h 580171"/>
              <a:gd name="connsiteX13" fmla="*/ 4109324 w 4891996"/>
              <a:gd name="connsiteY13" fmla="*/ 195742 h 580171"/>
              <a:gd name="connsiteX14" fmla="*/ 4109328 w 4891996"/>
              <a:gd name="connsiteY14" fmla="*/ 195737 h 580171"/>
              <a:gd name="connsiteX15" fmla="*/ 4113756 w 4891996"/>
              <a:gd name="connsiteY15" fmla="*/ 187578 h 580171"/>
              <a:gd name="connsiteX16" fmla="*/ 4126828 w 4891996"/>
              <a:gd name="connsiteY16" fmla="*/ 171735 h 580171"/>
              <a:gd name="connsiteX17" fmla="*/ 4179206 w 4891996"/>
              <a:gd name="connsiteY17" fmla="*/ 113474 h 580171"/>
              <a:gd name="connsiteX18" fmla="*/ 4165707 w 4891996"/>
              <a:gd name="connsiteY18" fmla="*/ 124611 h 580171"/>
              <a:gd name="connsiteX19" fmla="*/ 4157035 w 4891996"/>
              <a:gd name="connsiteY19" fmla="*/ 135123 h 580171"/>
              <a:gd name="connsiteX20" fmla="*/ 4157041 w 4891996"/>
              <a:gd name="connsiteY20" fmla="*/ 135116 h 580171"/>
              <a:gd name="connsiteX21" fmla="*/ 4165707 w 4891996"/>
              <a:gd name="connsiteY21" fmla="*/ 124612 h 580171"/>
              <a:gd name="connsiteX22" fmla="*/ 4179199 w 4891996"/>
              <a:gd name="connsiteY22" fmla="*/ 113481 h 580171"/>
              <a:gd name="connsiteX23" fmla="*/ 4240639 w 4891996"/>
              <a:gd name="connsiteY23" fmla="*/ 66165 h 580171"/>
              <a:gd name="connsiteX24" fmla="*/ 4228673 w 4891996"/>
              <a:gd name="connsiteY24" fmla="*/ 72660 h 580171"/>
              <a:gd name="connsiteX25" fmla="*/ 4215068 w 4891996"/>
              <a:gd name="connsiteY25" fmla="*/ 83885 h 580171"/>
              <a:gd name="connsiteX26" fmla="*/ 4215076 w 4891996"/>
              <a:gd name="connsiteY26" fmla="*/ 83879 h 580171"/>
              <a:gd name="connsiteX27" fmla="*/ 4228673 w 4891996"/>
              <a:gd name="connsiteY27" fmla="*/ 72661 h 580171"/>
              <a:gd name="connsiteX28" fmla="*/ 4240632 w 4891996"/>
              <a:gd name="connsiteY28" fmla="*/ 66170 h 580171"/>
              <a:gd name="connsiteX29" fmla="*/ 4309892 w 4891996"/>
              <a:gd name="connsiteY29" fmla="*/ 30656 h 580171"/>
              <a:gd name="connsiteX30" fmla="*/ 4300941 w 4891996"/>
              <a:gd name="connsiteY30" fmla="*/ 33434 h 580171"/>
              <a:gd name="connsiteX31" fmla="*/ 4282615 w 4891996"/>
              <a:gd name="connsiteY31" fmla="*/ 43381 h 580171"/>
              <a:gd name="connsiteX32" fmla="*/ 4282629 w 4891996"/>
              <a:gd name="connsiteY32" fmla="*/ 43375 h 580171"/>
              <a:gd name="connsiteX33" fmla="*/ 4300941 w 4891996"/>
              <a:gd name="connsiteY33" fmla="*/ 33435 h 580171"/>
              <a:gd name="connsiteX34" fmla="*/ 4309887 w 4891996"/>
              <a:gd name="connsiteY34" fmla="*/ 30658 h 580171"/>
              <a:gd name="connsiteX35" fmla="*/ 4385653 w 4891996"/>
              <a:gd name="connsiteY35" fmla="*/ 8155 h 580171"/>
              <a:gd name="connsiteX36" fmla="*/ 4380803 w 4891996"/>
              <a:gd name="connsiteY36" fmla="*/ 8644 h 580171"/>
              <a:gd name="connsiteX37" fmla="*/ 4360424 w 4891996"/>
              <a:gd name="connsiteY37" fmla="*/ 14970 h 580171"/>
              <a:gd name="connsiteX38" fmla="*/ 4360451 w 4891996"/>
              <a:gd name="connsiteY38" fmla="*/ 14962 h 580171"/>
              <a:gd name="connsiteX39" fmla="*/ 4380803 w 4891996"/>
              <a:gd name="connsiteY39" fmla="*/ 8645 h 580171"/>
              <a:gd name="connsiteX40" fmla="*/ 4385647 w 4891996"/>
              <a:gd name="connsiteY40" fmla="*/ 8156 h 580171"/>
              <a:gd name="connsiteX41" fmla="*/ 96697 w 4891996"/>
              <a:gd name="connsiteY41" fmla="*/ 0 h 580171"/>
              <a:gd name="connsiteX42" fmla="*/ 4466546 w 4891996"/>
              <a:gd name="connsiteY42" fmla="*/ 0 h 580171"/>
              <a:gd name="connsiteX43" fmla="*/ 4466391 w 4891996"/>
              <a:gd name="connsiteY43" fmla="*/ 16 h 580171"/>
              <a:gd name="connsiteX44" fmla="*/ 4466466 w 4891996"/>
              <a:gd name="connsiteY44" fmla="*/ 9 h 580171"/>
              <a:gd name="connsiteX45" fmla="*/ 4466546 w 4891996"/>
              <a:gd name="connsiteY45" fmla="*/ 1 h 580171"/>
              <a:gd name="connsiteX46" fmla="*/ 4466626 w 4891996"/>
              <a:gd name="connsiteY46" fmla="*/ 9 h 580171"/>
              <a:gd name="connsiteX47" fmla="*/ 4541858 w 4891996"/>
              <a:gd name="connsiteY47" fmla="*/ 6647 h 580171"/>
              <a:gd name="connsiteX48" fmla="*/ 4547445 w 4891996"/>
              <a:gd name="connsiteY48" fmla="*/ 8156 h 580171"/>
              <a:gd name="connsiteX49" fmla="*/ 4552289 w 4891996"/>
              <a:gd name="connsiteY49" fmla="*/ 8645 h 580171"/>
              <a:gd name="connsiteX50" fmla="*/ 4572641 w 4891996"/>
              <a:gd name="connsiteY50" fmla="*/ 14962 h 580171"/>
              <a:gd name="connsiteX51" fmla="*/ 4612830 w 4891996"/>
              <a:gd name="connsiteY51" fmla="*/ 25818 h 580171"/>
              <a:gd name="connsiteX52" fmla="*/ 4623205 w 4891996"/>
              <a:gd name="connsiteY52" fmla="*/ 30658 h 580171"/>
              <a:gd name="connsiteX53" fmla="*/ 4632151 w 4891996"/>
              <a:gd name="connsiteY53" fmla="*/ 33435 h 580171"/>
              <a:gd name="connsiteX54" fmla="*/ 4650463 w 4891996"/>
              <a:gd name="connsiteY54" fmla="*/ 43375 h 580171"/>
              <a:gd name="connsiteX55" fmla="*/ 4678317 w 4891996"/>
              <a:gd name="connsiteY55" fmla="*/ 56369 h 580171"/>
              <a:gd name="connsiteX56" fmla="*/ 4692460 w 4891996"/>
              <a:gd name="connsiteY56" fmla="*/ 66170 h 580171"/>
              <a:gd name="connsiteX57" fmla="*/ 4704419 w 4891996"/>
              <a:gd name="connsiteY57" fmla="*/ 72661 h 580171"/>
              <a:gd name="connsiteX58" fmla="*/ 4718016 w 4891996"/>
              <a:gd name="connsiteY58" fmla="*/ 83879 h 580171"/>
              <a:gd name="connsiteX59" fmla="*/ 4737172 w 4891996"/>
              <a:gd name="connsiteY59" fmla="*/ 97154 h 580171"/>
              <a:gd name="connsiteX60" fmla="*/ 4753893 w 4891996"/>
              <a:gd name="connsiteY60" fmla="*/ 113481 h 580171"/>
              <a:gd name="connsiteX61" fmla="*/ 4767385 w 4891996"/>
              <a:gd name="connsiteY61" fmla="*/ 124612 h 580171"/>
              <a:gd name="connsiteX62" fmla="*/ 4776052 w 4891996"/>
              <a:gd name="connsiteY62" fmla="*/ 135117 h 580171"/>
              <a:gd name="connsiteX63" fmla="*/ 4788249 w 4891996"/>
              <a:gd name="connsiteY63" fmla="*/ 147026 h 580171"/>
              <a:gd name="connsiteX64" fmla="*/ 4806264 w 4891996"/>
              <a:gd name="connsiteY64" fmla="*/ 171735 h 580171"/>
              <a:gd name="connsiteX65" fmla="*/ 4819336 w 4891996"/>
              <a:gd name="connsiteY65" fmla="*/ 187578 h 580171"/>
              <a:gd name="connsiteX66" fmla="*/ 4823764 w 4891996"/>
              <a:gd name="connsiteY66" fmla="*/ 195737 h 580171"/>
              <a:gd name="connsiteX67" fmla="*/ 4830402 w 4891996"/>
              <a:gd name="connsiteY67" fmla="*/ 204841 h 580171"/>
              <a:gd name="connsiteX68" fmla="*/ 4848630 w 4891996"/>
              <a:gd name="connsiteY68" fmla="*/ 241547 h 580171"/>
              <a:gd name="connsiteX69" fmla="*/ 4858562 w 4891996"/>
              <a:gd name="connsiteY69" fmla="*/ 259847 h 580171"/>
              <a:gd name="connsiteX70" fmla="*/ 4859972 w 4891996"/>
              <a:gd name="connsiteY70" fmla="*/ 264390 h 580171"/>
              <a:gd name="connsiteX71" fmla="*/ 4862485 w 4891996"/>
              <a:gd name="connsiteY71" fmla="*/ 269450 h 580171"/>
              <a:gd name="connsiteX72" fmla="*/ 4883335 w 4891996"/>
              <a:gd name="connsiteY72" fmla="*/ 339653 h 580171"/>
              <a:gd name="connsiteX73" fmla="*/ 4883352 w 4891996"/>
              <a:gd name="connsiteY73" fmla="*/ 339708 h 580171"/>
              <a:gd name="connsiteX74" fmla="*/ 4891996 w 4891996"/>
              <a:gd name="connsiteY74" fmla="*/ 425451 h 580171"/>
              <a:gd name="connsiteX75" fmla="*/ 4891996 w 4891996"/>
              <a:gd name="connsiteY75" fmla="*/ 425452 h 580171"/>
              <a:gd name="connsiteX76" fmla="*/ 4883352 w 4891996"/>
              <a:gd name="connsiteY76" fmla="*/ 511194 h 580171"/>
              <a:gd name="connsiteX77" fmla="*/ 4876754 w 4891996"/>
              <a:gd name="connsiteY77" fmla="*/ 532448 h 580171"/>
              <a:gd name="connsiteX78" fmla="*/ 4863674 w 4891996"/>
              <a:gd name="connsiteY78" fmla="*/ 551849 h 580171"/>
              <a:gd name="connsiteX79" fmla="*/ 4795299 w 4891996"/>
              <a:gd name="connsiteY79" fmla="*/ 580171 h 580171"/>
              <a:gd name="connsiteX80" fmla="*/ 4071151 w 4891996"/>
              <a:gd name="connsiteY80" fmla="*/ 580171 h 580171"/>
              <a:gd name="connsiteX81" fmla="*/ 96697 w 4891996"/>
              <a:gd name="connsiteY81" fmla="*/ 580171 h 580171"/>
              <a:gd name="connsiteX82" fmla="*/ 0 w 4891996"/>
              <a:gd name="connsiteY82" fmla="*/ 483474 h 580171"/>
              <a:gd name="connsiteX83" fmla="*/ 0 w 4891996"/>
              <a:gd name="connsiteY83" fmla="*/ 96697 h 580171"/>
              <a:gd name="connsiteX84" fmla="*/ 96697 w 4891996"/>
              <a:gd name="connsiteY84" fmla="*/ 0 h 580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4891996" h="580171">
                <a:moveTo>
                  <a:pt x="4049756" y="339655"/>
                </a:moveTo>
                <a:lnTo>
                  <a:pt x="4049740" y="339707"/>
                </a:lnTo>
                <a:cubicBezTo>
                  <a:pt x="4044072" y="367403"/>
                  <a:pt x="4041096" y="396079"/>
                  <a:pt x="4041096" y="425450"/>
                </a:cubicBezTo>
                <a:lnTo>
                  <a:pt x="4041096" y="425451"/>
                </a:lnTo>
                <a:cubicBezTo>
                  <a:pt x="4041096" y="396080"/>
                  <a:pt x="4044072" y="367404"/>
                  <a:pt x="4049740" y="339708"/>
                </a:cubicBezTo>
                <a:close/>
                <a:moveTo>
                  <a:pt x="4084464" y="241543"/>
                </a:moveTo>
                <a:lnTo>
                  <a:pt x="4074530" y="259846"/>
                </a:lnTo>
                <a:lnTo>
                  <a:pt x="4073119" y="264392"/>
                </a:lnTo>
                <a:lnTo>
                  <a:pt x="4073120" y="264389"/>
                </a:lnTo>
                <a:lnTo>
                  <a:pt x="4074530" y="259847"/>
                </a:lnTo>
                <a:lnTo>
                  <a:pt x="4084462" y="241547"/>
                </a:lnTo>
                <a:close/>
                <a:moveTo>
                  <a:pt x="4126837" y="171723"/>
                </a:moveTo>
                <a:lnTo>
                  <a:pt x="4113756" y="187577"/>
                </a:lnTo>
                <a:lnTo>
                  <a:pt x="4109324" y="195742"/>
                </a:lnTo>
                <a:lnTo>
                  <a:pt x="4109328" y="195737"/>
                </a:lnTo>
                <a:lnTo>
                  <a:pt x="4113756" y="187578"/>
                </a:lnTo>
                <a:lnTo>
                  <a:pt x="4126828" y="171735"/>
                </a:lnTo>
                <a:close/>
                <a:moveTo>
                  <a:pt x="4179206" y="113474"/>
                </a:moveTo>
                <a:lnTo>
                  <a:pt x="4165707" y="124611"/>
                </a:lnTo>
                <a:lnTo>
                  <a:pt x="4157035" y="135123"/>
                </a:lnTo>
                <a:lnTo>
                  <a:pt x="4157041" y="135116"/>
                </a:lnTo>
                <a:lnTo>
                  <a:pt x="4165707" y="124612"/>
                </a:lnTo>
                <a:lnTo>
                  <a:pt x="4179199" y="113481"/>
                </a:lnTo>
                <a:close/>
                <a:moveTo>
                  <a:pt x="4240639" y="66165"/>
                </a:moveTo>
                <a:lnTo>
                  <a:pt x="4228673" y="72660"/>
                </a:lnTo>
                <a:lnTo>
                  <a:pt x="4215068" y="83885"/>
                </a:lnTo>
                <a:lnTo>
                  <a:pt x="4215076" y="83879"/>
                </a:lnTo>
                <a:lnTo>
                  <a:pt x="4228673" y="72661"/>
                </a:lnTo>
                <a:lnTo>
                  <a:pt x="4240632" y="66170"/>
                </a:lnTo>
                <a:close/>
                <a:moveTo>
                  <a:pt x="4309892" y="30656"/>
                </a:moveTo>
                <a:lnTo>
                  <a:pt x="4300941" y="33434"/>
                </a:lnTo>
                <a:lnTo>
                  <a:pt x="4282615" y="43381"/>
                </a:lnTo>
                <a:lnTo>
                  <a:pt x="4282629" y="43375"/>
                </a:lnTo>
                <a:lnTo>
                  <a:pt x="4300941" y="33435"/>
                </a:lnTo>
                <a:lnTo>
                  <a:pt x="4309887" y="30658"/>
                </a:lnTo>
                <a:close/>
                <a:moveTo>
                  <a:pt x="4385653" y="8155"/>
                </a:moveTo>
                <a:lnTo>
                  <a:pt x="4380803" y="8644"/>
                </a:lnTo>
                <a:lnTo>
                  <a:pt x="4360424" y="14970"/>
                </a:lnTo>
                <a:lnTo>
                  <a:pt x="4360451" y="14962"/>
                </a:lnTo>
                <a:lnTo>
                  <a:pt x="4380803" y="8645"/>
                </a:lnTo>
                <a:lnTo>
                  <a:pt x="4385647" y="8156"/>
                </a:lnTo>
                <a:close/>
                <a:moveTo>
                  <a:pt x="96697" y="0"/>
                </a:moveTo>
                <a:lnTo>
                  <a:pt x="4466546" y="0"/>
                </a:lnTo>
                <a:lnTo>
                  <a:pt x="4466391" y="16"/>
                </a:lnTo>
                <a:lnTo>
                  <a:pt x="4466466" y="9"/>
                </a:lnTo>
                <a:lnTo>
                  <a:pt x="4466546" y="1"/>
                </a:lnTo>
                <a:lnTo>
                  <a:pt x="4466626" y="9"/>
                </a:lnTo>
                <a:lnTo>
                  <a:pt x="4541858" y="6647"/>
                </a:lnTo>
                <a:lnTo>
                  <a:pt x="4547445" y="8156"/>
                </a:lnTo>
                <a:lnTo>
                  <a:pt x="4552289" y="8645"/>
                </a:lnTo>
                <a:lnTo>
                  <a:pt x="4572641" y="14962"/>
                </a:lnTo>
                <a:lnTo>
                  <a:pt x="4612830" y="25818"/>
                </a:lnTo>
                <a:lnTo>
                  <a:pt x="4623205" y="30658"/>
                </a:lnTo>
                <a:lnTo>
                  <a:pt x="4632151" y="33435"/>
                </a:lnTo>
                <a:lnTo>
                  <a:pt x="4650463" y="43375"/>
                </a:lnTo>
                <a:lnTo>
                  <a:pt x="4678317" y="56369"/>
                </a:lnTo>
                <a:lnTo>
                  <a:pt x="4692460" y="66170"/>
                </a:lnTo>
                <a:lnTo>
                  <a:pt x="4704419" y="72661"/>
                </a:lnTo>
                <a:lnTo>
                  <a:pt x="4718016" y="83879"/>
                </a:lnTo>
                <a:lnTo>
                  <a:pt x="4737172" y="97154"/>
                </a:lnTo>
                <a:lnTo>
                  <a:pt x="4753893" y="113481"/>
                </a:lnTo>
                <a:lnTo>
                  <a:pt x="4767385" y="124612"/>
                </a:lnTo>
                <a:lnTo>
                  <a:pt x="4776052" y="135117"/>
                </a:lnTo>
                <a:lnTo>
                  <a:pt x="4788249" y="147026"/>
                </a:lnTo>
                <a:lnTo>
                  <a:pt x="4806264" y="171735"/>
                </a:lnTo>
                <a:lnTo>
                  <a:pt x="4819336" y="187578"/>
                </a:lnTo>
                <a:lnTo>
                  <a:pt x="4823764" y="195737"/>
                </a:lnTo>
                <a:lnTo>
                  <a:pt x="4830402" y="204841"/>
                </a:lnTo>
                <a:lnTo>
                  <a:pt x="4848630" y="241547"/>
                </a:lnTo>
                <a:lnTo>
                  <a:pt x="4858562" y="259847"/>
                </a:lnTo>
                <a:lnTo>
                  <a:pt x="4859972" y="264390"/>
                </a:lnTo>
                <a:lnTo>
                  <a:pt x="4862485" y="269450"/>
                </a:lnTo>
                <a:lnTo>
                  <a:pt x="4883335" y="339653"/>
                </a:lnTo>
                <a:lnTo>
                  <a:pt x="4883352" y="339708"/>
                </a:lnTo>
                <a:cubicBezTo>
                  <a:pt x="4889020" y="367404"/>
                  <a:pt x="4891996" y="396080"/>
                  <a:pt x="4891996" y="425451"/>
                </a:cubicBezTo>
                <a:lnTo>
                  <a:pt x="4891996" y="425452"/>
                </a:lnTo>
                <a:lnTo>
                  <a:pt x="4883352" y="511194"/>
                </a:lnTo>
                <a:lnTo>
                  <a:pt x="4876754" y="532448"/>
                </a:lnTo>
                <a:lnTo>
                  <a:pt x="4863674" y="551849"/>
                </a:lnTo>
                <a:cubicBezTo>
                  <a:pt x="4846175" y="569348"/>
                  <a:pt x="4822001" y="580171"/>
                  <a:pt x="4795299" y="580171"/>
                </a:cubicBezTo>
                <a:lnTo>
                  <a:pt x="4071151" y="580171"/>
                </a:lnTo>
                <a:lnTo>
                  <a:pt x="96697" y="580171"/>
                </a:lnTo>
                <a:cubicBezTo>
                  <a:pt x="43293" y="580171"/>
                  <a:pt x="0" y="536878"/>
                  <a:pt x="0" y="483474"/>
                </a:cubicBezTo>
                <a:lnTo>
                  <a:pt x="0" y="96697"/>
                </a:lnTo>
                <a:cubicBezTo>
                  <a:pt x="0" y="43293"/>
                  <a:pt x="43293" y="0"/>
                  <a:pt x="9669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D95D69-5CDE-A77F-EE0D-4C242F5FE82B}"/>
              </a:ext>
            </a:extLst>
          </p:cNvPr>
          <p:cNvGrpSpPr/>
          <p:nvPr/>
        </p:nvGrpSpPr>
        <p:grpSpPr>
          <a:xfrm>
            <a:off x="9073428" y="1514697"/>
            <a:ext cx="2482280" cy="367352"/>
            <a:chOff x="728280" y="2825462"/>
            <a:chExt cx="2482280" cy="367352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9F8F0EB-E732-3966-7654-55F4DFA8D393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22" name="Freeform 43">
                <a:extLst>
                  <a:ext uri="{FF2B5EF4-FFF2-40B4-BE49-F238E27FC236}">
                    <a16:creationId xmlns:a16="http://schemas.microsoft.com/office/drawing/2014/main" id="{D416E60E-CB98-3C1B-009E-FA9434B15E93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456F14D5-04BD-E73F-91E8-CFC6AAF08836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A7DF0D0-C6E5-BA56-656E-B54801B9FE76}"/>
                </a:ext>
              </a:extLst>
            </p:cNvPr>
            <p:cNvSpPr txBox="1"/>
            <p:nvPr/>
          </p:nvSpPr>
          <p:spPr>
            <a:xfrm>
              <a:off x="1126844" y="2839862"/>
              <a:ext cx="208371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 Teenager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E645A03A-8346-F0A0-F9F5-5B288D28D413}"/>
              </a:ext>
            </a:extLst>
          </p:cNvPr>
          <p:cNvGrpSpPr/>
          <p:nvPr/>
        </p:nvGrpSpPr>
        <p:grpSpPr>
          <a:xfrm>
            <a:off x="9073428" y="2559590"/>
            <a:ext cx="2482280" cy="367352"/>
            <a:chOff x="728280" y="2825462"/>
            <a:chExt cx="2482280" cy="367352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C0446EEF-3C02-FDA9-C8B5-9D6723686D04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27" name="Freeform 43">
                <a:extLst>
                  <a:ext uri="{FF2B5EF4-FFF2-40B4-BE49-F238E27FC236}">
                    <a16:creationId xmlns:a16="http://schemas.microsoft.com/office/drawing/2014/main" id="{9D9D2404-CACA-94C1-6DF8-0C56B0EB4C5A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2F15C5FE-3581-BD4C-CCBB-49A47E24CCEB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CCEE586-4519-5907-77BD-594036965644}"/>
                </a:ext>
              </a:extLst>
            </p:cNvPr>
            <p:cNvSpPr txBox="1"/>
            <p:nvPr/>
          </p:nvSpPr>
          <p:spPr>
            <a:xfrm>
              <a:off x="1126844" y="2839862"/>
              <a:ext cx="208371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1 Female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25D81B47-B27E-8369-2A79-65CCCEE0FD56}"/>
              </a:ext>
            </a:extLst>
          </p:cNvPr>
          <p:cNvGrpSpPr/>
          <p:nvPr/>
        </p:nvGrpSpPr>
        <p:grpSpPr>
          <a:xfrm>
            <a:off x="9073428" y="3604483"/>
            <a:ext cx="2482280" cy="367352"/>
            <a:chOff x="728280" y="2825462"/>
            <a:chExt cx="2482280" cy="367352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5B443853-86C7-3EFB-8FFF-8385C0B8E5BD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32" name="Freeform 43">
                <a:extLst>
                  <a:ext uri="{FF2B5EF4-FFF2-40B4-BE49-F238E27FC236}">
                    <a16:creationId xmlns:a16="http://schemas.microsoft.com/office/drawing/2014/main" id="{88BB9C62-B23B-DBAF-201B-483E2DC8F623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F1D10426-7C2F-B6F0-4F41-DF6E237B83F6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2B742AE-4CF3-6126-9A8B-900AA4BD2180}"/>
                </a:ext>
              </a:extLst>
            </p:cNvPr>
            <p:cNvSpPr txBox="1"/>
            <p:nvPr/>
          </p:nvSpPr>
          <p:spPr>
            <a:xfrm>
              <a:off x="1126844" y="2839862"/>
              <a:ext cx="208371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8 Young adults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C04C6822-E436-909A-95B3-C893CE4A34CC}"/>
              </a:ext>
            </a:extLst>
          </p:cNvPr>
          <p:cNvGrpSpPr/>
          <p:nvPr/>
        </p:nvGrpSpPr>
        <p:grpSpPr>
          <a:xfrm>
            <a:off x="9073428" y="4649377"/>
            <a:ext cx="2482280" cy="367352"/>
            <a:chOff x="728280" y="2825462"/>
            <a:chExt cx="2482280" cy="367352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01A6DF2-735B-D756-6283-09274C48A951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37" name="Freeform 43">
                <a:extLst>
                  <a:ext uri="{FF2B5EF4-FFF2-40B4-BE49-F238E27FC236}">
                    <a16:creationId xmlns:a16="http://schemas.microsoft.com/office/drawing/2014/main" id="{64185EA7-A7AF-0148-B401-9B2D909A7E4E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4976DF4D-FB1E-874F-086E-FE8745BE9262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BFA08E5-303A-CD7F-FA71-F9208BAFF212}"/>
                </a:ext>
              </a:extLst>
            </p:cNvPr>
            <p:cNvSpPr txBox="1"/>
            <p:nvPr/>
          </p:nvSpPr>
          <p:spPr>
            <a:xfrm>
              <a:off x="1126844" y="2839862"/>
              <a:ext cx="208371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2 Adults</a:t>
              </a:r>
            </a:p>
          </p:txBody>
        </p:sp>
      </p:grpSp>
      <p:sp>
        <p:nvSpPr>
          <p:cNvPr id="41" name="Oval 40">
            <a:extLst>
              <a:ext uri="{FF2B5EF4-FFF2-40B4-BE49-F238E27FC236}">
                <a16:creationId xmlns:a16="http://schemas.microsoft.com/office/drawing/2014/main" id="{C0C5F4FA-D556-E2EA-E016-FE8A77F0A6D8}"/>
              </a:ext>
            </a:extLst>
          </p:cNvPr>
          <p:cNvSpPr/>
          <p:nvPr/>
        </p:nvSpPr>
        <p:spPr>
          <a:xfrm>
            <a:off x="3143089" y="827313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B955CCD-5C55-6B23-357E-6F354A581AFF}"/>
              </a:ext>
            </a:extLst>
          </p:cNvPr>
          <p:cNvSpPr/>
          <p:nvPr/>
        </p:nvSpPr>
        <p:spPr>
          <a:xfrm>
            <a:off x="3143089" y="2106755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Graphic 44">
            <a:extLst>
              <a:ext uri="{FF2B5EF4-FFF2-40B4-BE49-F238E27FC236}">
                <a16:creationId xmlns:a16="http://schemas.microsoft.com/office/drawing/2014/main" id="{D77C4128-A23A-41E9-8111-F92B4CD670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95698" y="2259364"/>
            <a:ext cx="733256" cy="733256"/>
          </a:xfrm>
          <a:prstGeom prst="rect">
            <a:avLst/>
          </a:prstGeom>
        </p:spPr>
      </p:pic>
      <p:sp>
        <p:nvSpPr>
          <p:cNvPr id="47" name="Oval 46">
            <a:extLst>
              <a:ext uri="{FF2B5EF4-FFF2-40B4-BE49-F238E27FC236}">
                <a16:creationId xmlns:a16="http://schemas.microsoft.com/office/drawing/2014/main" id="{988FBC70-7445-E433-58AA-7C26182F4BFB}"/>
              </a:ext>
            </a:extLst>
          </p:cNvPr>
          <p:cNvSpPr/>
          <p:nvPr/>
        </p:nvSpPr>
        <p:spPr>
          <a:xfrm>
            <a:off x="3143089" y="3386197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Graphic 47">
            <a:extLst>
              <a:ext uri="{FF2B5EF4-FFF2-40B4-BE49-F238E27FC236}">
                <a16:creationId xmlns:a16="http://schemas.microsoft.com/office/drawing/2014/main" id="{AA40A78D-5555-A3CC-A0A9-71062FD4E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95698" y="3538806"/>
            <a:ext cx="733256" cy="733256"/>
          </a:xfrm>
          <a:prstGeom prst="rect">
            <a:avLst/>
          </a:pr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3FFA7E2D-1D0F-20D1-5848-EA5024A0476F}"/>
              </a:ext>
            </a:extLst>
          </p:cNvPr>
          <p:cNvSpPr/>
          <p:nvPr/>
        </p:nvSpPr>
        <p:spPr>
          <a:xfrm>
            <a:off x="3143089" y="4665639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F969EAB1-90D2-C5F7-828B-350D197CA2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95698" y="4818248"/>
            <a:ext cx="733256" cy="733256"/>
          </a:xfrm>
          <a:prstGeom prst="rect">
            <a:avLst/>
          </a:prstGeom>
        </p:spPr>
      </p:pic>
      <p:sp>
        <p:nvSpPr>
          <p:cNvPr id="88" name="Oval 87">
            <a:extLst>
              <a:ext uri="{FF2B5EF4-FFF2-40B4-BE49-F238E27FC236}">
                <a16:creationId xmlns:a16="http://schemas.microsoft.com/office/drawing/2014/main" id="{FB613C8B-A160-EC8E-2D0E-336B627D398E}"/>
              </a:ext>
            </a:extLst>
          </p:cNvPr>
          <p:cNvSpPr/>
          <p:nvPr/>
        </p:nvSpPr>
        <p:spPr>
          <a:xfrm>
            <a:off x="4550834" y="827313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9" name="Graphic 88">
            <a:extLst>
              <a:ext uri="{FF2B5EF4-FFF2-40B4-BE49-F238E27FC236}">
                <a16:creationId xmlns:a16="http://schemas.microsoft.com/office/drawing/2014/main" id="{A123CF2D-B477-1699-0D0B-84FCE0804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3443" y="979922"/>
            <a:ext cx="733256" cy="733256"/>
          </a:xfrm>
          <a:prstGeom prst="rect">
            <a:avLst/>
          </a:prstGeom>
        </p:spPr>
      </p:pic>
      <p:sp>
        <p:nvSpPr>
          <p:cNvPr id="86" name="Oval 85">
            <a:extLst>
              <a:ext uri="{FF2B5EF4-FFF2-40B4-BE49-F238E27FC236}">
                <a16:creationId xmlns:a16="http://schemas.microsoft.com/office/drawing/2014/main" id="{D46A913A-A5A2-54F9-5895-F09BF5D5CAB1}"/>
              </a:ext>
            </a:extLst>
          </p:cNvPr>
          <p:cNvSpPr/>
          <p:nvPr/>
        </p:nvSpPr>
        <p:spPr>
          <a:xfrm>
            <a:off x="4550834" y="2106755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7" name="Graphic 86">
            <a:extLst>
              <a:ext uri="{FF2B5EF4-FFF2-40B4-BE49-F238E27FC236}">
                <a16:creationId xmlns:a16="http://schemas.microsoft.com/office/drawing/2014/main" id="{C14CA5C3-E76E-9CBB-9F43-809D057FD6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3443" y="2259364"/>
            <a:ext cx="733256" cy="733256"/>
          </a:xfrm>
          <a:prstGeom prst="rect">
            <a:avLst/>
          </a:prstGeom>
        </p:spPr>
      </p:pic>
      <p:sp>
        <p:nvSpPr>
          <p:cNvPr id="84" name="Oval 83">
            <a:extLst>
              <a:ext uri="{FF2B5EF4-FFF2-40B4-BE49-F238E27FC236}">
                <a16:creationId xmlns:a16="http://schemas.microsoft.com/office/drawing/2014/main" id="{8E47978E-C8F5-D083-DA1F-5A93369C09F0}"/>
              </a:ext>
            </a:extLst>
          </p:cNvPr>
          <p:cNvSpPr/>
          <p:nvPr/>
        </p:nvSpPr>
        <p:spPr>
          <a:xfrm>
            <a:off x="4550834" y="3386197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C1C7EC3C-2E16-BC4A-774E-7E28CFFDD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3443" y="3538806"/>
            <a:ext cx="733256" cy="733256"/>
          </a:xfrm>
          <a:prstGeom prst="rect">
            <a:avLst/>
          </a:prstGeom>
        </p:spPr>
      </p:pic>
      <p:sp>
        <p:nvSpPr>
          <p:cNvPr id="82" name="Oval 81">
            <a:extLst>
              <a:ext uri="{FF2B5EF4-FFF2-40B4-BE49-F238E27FC236}">
                <a16:creationId xmlns:a16="http://schemas.microsoft.com/office/drawing/2014/main" id="{41A01E1D-79FB-0381-2000-631036484FFD}"/>
              </a:ext>
            </a:extLst>
          </p:cNvPr>
          <p:cNvSpPr/>
          <p:nvPr/>
        </p:nvSpPr>
        <p:spPr>
          <a:xfrm>
            <a:off x="4550834" y="4665639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EB867936-3B38-DE9F-4FDC-8BB426D9A4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4703443" y="4818248"/>
            <a:ext cx="733256" cy="733256"/>
          </a:xfrm>
          <a:prstGeom prst="rect">
            <a:avLst/>
          </a:prstGeom>
        </p:spPr>
      </p:pic>
      <p:sp>
        <p:nvSpPr>
          <p:cNvPr id="101" name="Oval 100">
            <a:extLst>
              <a:ext uri="{FF2B5EF4-FFF2-40B4-BE49-F238E27FC236}">
                <a16:creationId xmlns:a16="http://schemas.microsoft.com/office/drawing/2014/main" id="{D57E8358-FF5D-6AAA-0812-0724AA205AFF}"/>
              </a:ext>
            </a:extLst>
          </p:cNvPr>
          <p:cNvSpPr/>
          <p:nvPr/>
        </p:nvSpPr>
        <p:spPr>
          <a:xfrm>
            <a:off x="5958579" y="827313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" name="Graphic 101">
            <a:extLst>
              <a:ext uri="{FF2B5EF4-FFF2-40B4-BE49-F238E27FC236}">
                <a16:creationId xmlns:a16="http://schemas.microsoft.com/office/drawing/2014/main" id="{C669A614-8F39-6217-C149-48DB44E901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11188" y="979922"/>
            <a:ext cx="733256" cy="733256"/>
          </a:xfrm>
          <a:prstGeom prst="rect">
            <a:avLst/>
          </a:prstGeom>
        </p:spPr>
      </p:pic>
      <p:sp>
        <p:nvSpPr>
          <p:cNvPr id="99" name="Oval 98">
            <a:extLst>
              <a:ext uri="{FF2B5EF4-FFF2-40B4-BE49-F238E27FC236}">
                <a16:creationId xmlns:a16="http://schemas.microsoft.com/office/drawing/2014/main" id="{F301F411-4E89-A4C9-43EF-3EB460BA76F0}"/>
              </a:ext>
            </a:extLst>
          </p:cNvPr>
          <p:cNvSpPr/>
          <p:nvPr/>
        </p:nvSpPr>
        <p:spPr>
          <a:xfrm>
            <a:off x="5958579" y="2106755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0" name="Graphic 99">
            <a:extLst>
              <a:ext uri="{FF2B5EF4-FFF2-40B4-BE49-F238E27FC236}">
                <a16:creationId xmlns:a16="http://schemas.microsoft.com/office/drawing/2014/main" id="{EDCBC5D7-8045-979D-C906-F1D3C2AE9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11188" y="2259364"/>
            <a:ext cx="733256" cy="733256"/>
          </a:xfrm>
          <a:prstGeom prst="rect">
            <a:avLst/>
          </a:prstGeom>
        </p:spPr>
      </p:pic>
      <p:sp>
        <p:nvSpPr>
          <p:cNvPr id="97" name="Oval 96">
            <a:extLst>
              <a:ext uri="{FF2B5EF4-FFF2-40B4-BE49-F238E27FC236}">
                <a16:creationId xmlns:a16="http://schemas.microsoft.com/office/drawing/2014/main" id="{3D9BF18E-8A4B-FCAF-84A4-2EA28F0F0395}"/>
              </a:ext>
            </a:extLst>
          </p:cNvPr>
          <p:cNvSpPr/>
          <p:nvPr/>
        </p:nvSpPr>
        <p:spPr>
          <a:xfrm>
            <a:off x="5958579" y="3386197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8" name="Graphic 97">
            <a:extLst>
              <a:ext uri="{FF2B5EF4-FFF2-40B4-BE49-F238E27FC236}">
                <a16:creationId xmlns:a16="http://schemas.microsoft.com/office/drawing/2014/main" id="{14CAF794-B1B8-3B5E-F7C1-DB0EFFC23A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11188" y="3538806"/>
            <a:ext cx="733256" cy="733256"/>
          </a:xfrm>
          <a:prstGeom prst="rect">
            <a:avLst/>
          </a:prstGeom>
        </p:spPr>
      </p:pic>
      <p:sp>
        <p:nvSpPr>
          <p:cNvPr id="95" name="Oval 94">
            <a:extLst>
              <a:ext uri="{FF2B5EF4-FFF2-40B4-BE49-F238E27FC236}">
                <a16:creationId xmlns:a16="http://schemas.microsoft.com/office/drawing/2014/main" id="{83348544-8178-6ACA-D8F8-FDEBDDEAB174}"/>
              </a:ext>
            </a:extLst>
          </p:cNvPr>
          <p:cNvSpPr/>
          <p:nvPr/>
        </p:nvSpPr>
        <p:spPr>
          <a:xfrm>
            <a:off x="5958579" y="4665639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Graphic 95">
            <a:extLst>
              <a:ext uri="{FF2B5EF4-FFF2-40B4-BE49-F238E27FC236}">
                <a16:creationId xmlns:a16="http://schemas.microsoft.com/office/drawing/2014/main" id="{FDD945B9-7AEC-A3AD-124E-4D6E094BDF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111188" y="4818248"/>
            <a:ext cx="733256" cy="733256"/>
          </a:xfrm>
          <a:prstGeom prst="rect">
            <a:avLst/>
          </a:prstGeom>
        </p:spPr>
      </p:pic>
      <p:sp>
        <p:nvSpPr>
          <p:cNvPr id="112" name="Oval 111">
            <a:extLst>
              <a:ext uri="{FF2B5EF4-FFF2-40B4-BE49-F238E27FC236}">
                <a16:creationId xmlns:a16="http://schemas.microsoft.com/office/drawing/2014/main" id="{0E623923-5234-AE5E-C8B2-FA5054CD70B0}"/>
              </a:ext>
            </a:extLst>
          </p:cNvPr>
          <p:cNvSpPr/>
          <p:nvPr/>
        </p:nvSpPr>
        <p:spPr>
          <a:xfrm>
            <a:off x="7366324" y="2106755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Graphic 112">
            <a:extLst>
              <a:ext uri="{FF2B5EF4-FFF2-40B4-BE49-F238E27FC236}">
                <a16:creationId xmlns:a16="http://schemas.microsoft.com/office/drawing/2014/main" id="{4F1B88ED-B8F5-0A59-CF09-B0358EA9A1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5150" y="2383530"/>
            <a:ext cx="500823" cy="484925"/>
          </a:xfrm>
          <a:prstGeom prst="rect">
            <a:avLst/>
          </a:prstGeom>
        </p:spPr>
      </p:pic>
      <p:sp>
        <p:nvSpPr>
          <p:cNvPr id="110" name="Oval 109">
            <a:extLst>
              <a:ext uri="{FF2B5EF4-FFF2-40B4-BE49-F238E27FC236}">
                <a16:creationId xmlns:a16="http://schemas.microsoft.com/office/drawing/2014/main" id="{346B9DEC-A5FD-5847-20DB-7B5F80E82AF7}"/>
              </a:ext>
            </a:extLst>
          </p:cNvPr>
          <p:cNvSpPr/>
          <p:nvPr/>
        </p:nvSpPr>
        <p:spPr>
          <a:xfrm>
            <a:off x="7366324" y="3386197"/>
            <a:ext cx="1038475" cy="1038475"/>
          </a:xfrm>
          <a:prstGeom prst="ellipse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1" name="Graphic 110">
            <a:extLst>
              <a:ext uri="{FF2B5EF4-FFF2-40B4-BE49-F238E27FC236}">
                <a16:creationId xmlns:a16="http://schemas.microsoft.com/office/drawing/2014/main" id="{2452B883-0285-5591-8AD2-C9E675BDAA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7635150" y="3662972"/>
            <a:ext cx="500823" cy="484925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4FC5D6E6-819E-BD5E-686C-7300204E4D97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7B76E69C-7F7B-53F0-7EAE-5743D90C0B9D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794EE09-F4C2-C55E-4184-AC4A6008D2BB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Data collection</a:t>
              </a:r>
            </a:p>
          </p:txBody>
        </p:sp>
      </p:grpSp>
      <p:pic>
        <p:nvPicPr>
          <p:cNvPr id="55" name="Graphic 54">
            <a:extLst>
              <a:ext uri="{FF2B5EF4-FFF2-40B4-BE49-F238E27FC236}">
                <a16:creationId xmlns:a16="http://schemas.microsoft.com/office/drawing/2014/main" id="{0A18C2ED-7B57-DABF-0C5D-EC15F39831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485970" y="1499273"/>
            <a:ext cx="3773848" cy="3773848"/>
          </a:xfrm>
          <a:prstGeom prst="rect">
            <a:avLst/>
          </a:prstGeom>
        </p:spPr>
      </p:pic>
      <p:pic>
        <p:nvPicPr>
          <p:cNvPr id="56" name="Graphic 55">
            <a:extLst>
              <a:ext uri="{FF2B5EF4-FFF2-40B4-BE49-F238E27FC236}">
                <a16:creationId xmlns:a16="http://schemas.microsoft.com/office/drawing/2014/main" id="{0AEB3F43-7DD2-ED36-64CC-FC3B277B56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80017" y="964241"/>
            <a:ext cx="764618" cy="76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4001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E721E3A-8262-DDF0-7839-6FB20AEC8B62}"/>
              </a:ext>
            </a:extLst>
          </p:cNvPr>
          <p:cNvSpPr txBox="1"/>
          <p:nvPr/>
        </p:nvSpPr>
        <p:spPr>
          <a:xfrm>
            <a:off x="2327304" y="813062"/>
            <a:ext cx="7537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chemeClr val="accent1"/>
                </a:solidFill>
                <a:latin typeface="+mj-lt"/>
              </a:rPr>
              <a:t>MOTOR IMAGERY ACTIONS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69F8D9-0E59-A9E2-DEA0-31E5DD5677E8}"/>
              </a:ext>
            </a:extLst>
          </p:cNvPr>
          <p:cNvSpPr txBox="1"/>
          <p:nvPr/>
        </p:nvSpPr>
        <p:spPr>
          <a:xfrm>
            <a:off x="2387600" y="1840056"/>
            <a:ext cx="7416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Brain Regions Activated During Motor Imagery Actions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732C4D1E-DAD3-DBB7-10AB-945F5102E176}"/>
              </a:ext>
            </a:extLst>
          </p:cNvPr>
          <p:cNvSpPr/>
          <p:nvPr/>
        </p:nvSpPr>
        <p:spPr>
          <a:xfrm>
            <a:off x="569645" y="2262828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A09D383-07BB-ABCA-6A08-4CD39DFD4B39}"/>
              </a:ext>
            </a:extLst>
          </p:cNvPr>
          <p:cNvGrpSpPr/>
          <p:nvPr/>
        </p:nvGrpSpPr>
        <p:grpSpPr>
          <a:xfrm>
            <a:off x="817613" y="2324327"/>
            <a:ext cx="1997554" cy="530898"/>
            <a:chOff x="832474" y="3272192"/>
            <a:chExt cx="1997554" cy="530898"/>
          </a:xfrm>
        </p:grpSpPr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50E2D523-9BE8-1F6A-DCCD-5E2A79395FE4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Left Hand Grasp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8A2C6BA-460B-8783-C271-7A0AEE1D2776}"/>
                </a:ext>
              </a:extLst>
            </p:cNvPr>
            <p:cNvSpPr txBox="1"/>
            <p:nvPr/>
          </p:nvSpPr>
          <p:spPr>
            <a:xfrm>
              <a:off x="832474" y="3464536"/>
              <a:ext cx="19975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Right Middle Frontal Gyrus Channels: FC6, F4, FB</a:t>
              </a:r>
            </a:p>
          </p:txBody>
        </p:sp>
      </p:grpSp>
      <p:sp>
        <p:nvSpPr>
          <p:cNvPr id="62" name="Freeform 4">
            <a:extLst>
              <a:ext uri="{FF2B5EF4-FFF2-40B4-BE49-F238E27FC236}">
                <a16:creationId xmlns:a16="http://schemas.microsoft.com/office/drawing/2014/main" id="{F6D3C4AD-D799-8315-879F-51AC3C59B300}"/>
              </a:ext>
            </a:extLst>
          </p:cNvPr>
          <p:cNvSpPr/>
          <p:nvPr/>
        </p:nvSpPr>
        <p:spPr>
          <a:xfrm>
            <a:off x="903375" y="2879859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2486" t="-93732" r="-315059" b="-163380"/>
            </a:stretch>
          </a:blipFill>
        </p:spPr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37AF08E-42EB-BA44-4B26-D8688680658B}"/>
              </a:ext>
            </a:extLst>
          </p:cNvPr>
          <p:cNvSpPr/>
          <p:nvPr/>
        </p:nvSpPr>
        <p:spPr>
          <a:xfrm>
            <a:off x="3414252" y="2262828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66ED724-BE9B-9198-A62D-BC6B9C299DA2}"/>
              </a:ext>
            </a:extLst>
          </p:cNvPr>
          <p:cNvGrpSpPr/>
          <p:nvPr/>
        </p:nvGrpSpPr>
        <p:grpSpPr>
          <a:xfrm>
            <a:off x="3747983" y="2324327"/>
            <a:ext cx="1826028" cy="530898"/>
            <a:chOff x="918237" y="3272192"/>
            <a:chExt cx="1826028" cy="530898"/>
          </a:xfrm>
        </p:grpSpPr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8690C547-01A5-FB41-C25A-1BAC794E68FD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Right Hand Grasp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40E8694-1893-64DD-0B32-CD142E9DD9A3}"/>
                </a:ext>
              </a:extLst>
            </p:cNvPr>
            <p:cNvSpPr txBox="1"/>
            <p:nvPr/>
          </p:nvSpPr>
          <p:spPr>
            <a:xfrm>
              <a:off x="918237" y="3464536"/>
              <a:ext cx="1826028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Left Middle Frontal Gyrus Channels: FC5, F3, F7</a:t>
              </a:r>
            </a:p>
          </p:txBody>
        </p:sp>
      </p:grpSp>
      <p:sp>
        <p:nvSpPr>
          <p:cNvPr id="68" name="Freeform 4">
            <a:extLst>
              <a:ext uri="{FF2B5EF4-FFF2-40B4-BE49-F238E27FC236}">
                <a16:creationId xmlns:a16="http://schemas.microsoft.com/office/drawing/2014/main" id="{A7C16150-8379-ECE1-B525-DC44B4853DBF}"/>
              </a:ext>
            </a:extLst>
          </p:cNvPr>
          <p:cNvSpPr/>
          <p:nvPr/>
        </p:nvSpPr>
        <p:spPr>
          <a:xfrm>
            <a:off x="3747982" y="2879859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105984" t="-93732" r="-211562" b="-163380"/>
            </a:stretch>
          </a:blipFill>
        </p:spPr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459E9F3F-26E2-60BE-127F-5AFD8A4E8A12}"/>
              </a:ext>
            </a:extLst>
          </p:cNvPr>
          <p:cNvSpPr/>
          <p:nvPr/>
        </p:nvSpPr>
        <p:spPr>
          <a:xfrm>
            <a:off x="6258859" y="2262828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2534A18C-BA5C-8BEF-B02B-D983A7032BC0}"/>
              </a:ext>
            </a:extLst>
          </p:cNvPr>
          <p:cNvGrpSpPr/>
          <p:nvPr/>
        </p:nvGrpSpPr>
        <p:grpSpPr>
          <a:xfrm>
            <a:off x="6375277" y="2324327"/>
            <a:ext cx="2260654" cy="530898"/>
            <a:chOff x="700924" y="3272192"/>
            <a:chExt cx="2260654" cy="530898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21AF977-7ACB-476A-CD52-2535DD398164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Foot Dorsiflexion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52B00190-6115-CB40-82AC-73D62C1766FB}"/>
                </a:ext>
              </a:extLst>
            </p:cNvPr>
            <p:cNvSpPr txBox="1"/>
            <p:nvPr/>
          </p:nvSpPr>
          <p:spPr>
            <a:xfrm>
              <a:off x="700924" y="3464536"/>
              <a:ext cx="22606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Medial Middle Frontal Gyrus (Bilateral) Channels: AF3, AF4, (FZ AF3/AF4)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74" name="Freeform 4">
            <a:extLst>
              <a:ext uri="{FF2B5EF4-FFF2-40B4-BE49-F238E27FC236}">
                <a16:creationId xmlns:a16="http://schemas.microsoft.com/office/drawing/2014/main" id="{944A32A3-9A2F-E235-3341-96E9E2670D86}"/>
              </a:ext>
            </a:extLst>
          </p:cNvPr>
          <p:cNvSpPr/>
          <p:nvPr/>
        </p:nvSpPr>
        <p:spPr>
          <a:xfrm>
            <a:off x="6592589" y="2879859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211564" t="-93732" r="-105982" b="-163380"/>
            </a:stretch>
          </a:blipFill>
        </p:spPr>
      </p: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4E72352A-81BB-FF5C-9F25-523848624205}"/>
              </a:ext>
            </a:extLst>
          </p:cNvPr>
          <p:cNvSpPr/>
          <p:nvPr/>
        </p:nvSpPr>
        <p:spPr>
          <a:xfrm>
            <a:off x="9103467" y="2262828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D12B9BCB-079B-CE08-DC70-DD0B74A82910}"/>
              </a:ext>
            </a:extLst>
          </p:cNvPr>
          <p:cNvGrpSpPr/>
          <p:nvPr/>
        </p:nvGrpSpPr>
        <p:grpSpPr>
          <a:xfrm>
            <a:off x="9219885" y="2324327"/>
            <a:ext cx="2260654" cy="530898"/>
            <a:chOff x="700924" y="3272192"/>
            <a:chExt cx="2260654" cy="530898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B10A43B-4FC3-F963-B821-ECF8F3510B3A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Knee Extension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5BE7BB4-1144-27E5-71CC-1E18C80AEFA6}"/>
                </a:ext>
              </a:extLst>
            </p:cNvPr>
            <p:cNvSpPr txBox="1"/>
            <p:nvPr/>
          </p:nvSpPr>
          <p:spPr>
            <a:xfrm>
              <a:off x="700924" y="3464536"/>
              <a:ext cx="22606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Medial Middle Frontal Gyrus (Bilateral) Channels: AF3, AF4, (F2 AF3/AF4)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80" name="Freeform 4">
            <a:extLst>
              <a:ext uri="{FF2B5EF4-FFF2-40B4-BE49-F238E27FC236}">
                <a16:creationId xmlns:a16="http://schemas.microsoft.com/office/drawing/2014/main" id="{5AE6093C-E104-95FC-15C9-8842C8A9D48F}"/>
              </a:ext>
            </a:extLst>
          </p:cNvPr>
          <p:cNvSpPr/>
          <p:nvPr/>
        </p:nvSpPr>
        <p:spPr>
          <a:xfrm>
            <a:off x="9437197" y="2879859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314919" t="-93732" r="-2627" b="-163380"/>
            </a:stretch>
          </a:blipFill>
        </p:spPr>
      </p:sp>
      <p:sp>
        <p:nvSpPr>
          <p:cNvPr id="108" name="Rectangle: Rounded Corners 107">
            <a:extLst>
              <a:ext uri="{FF2B5EF4-FFF2-40B4-BE49-F238E27FC236}">
                <a16:creationId xmlns:a16="http://schemas.microsoft.com/office/drawing/2014/main" id="{64089BD0-CF06-8821-CB31-885EA8070C7A}"/>
              </a:ext>
            </a:extLst>
          </p:cNvPr>
          <p:cNvSpPr/>
          <p:nvPr/>
        </p:nvSpPr>
        <p:spPr>
          <a:xfrm>
            <a:off x="569645" y="4024100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9D7E54EB-CDE6-7252-92AB-E914CA42BD10}"/>
              </a:ext>
            </a:extLst>
          </p:cNvPr>
          <p:cNvGrpSpPr/>
          <p:nvPr/>
        </p:nvGrpSpPr>
        <p:grpSpPr>
          <a:xfrm>
            <a:off x="817613" y="4085599"/>
            <a:ext cx="1997554" cy="530898"/>
            <a:chOff x="832474" y="3272192"/>
            <a:chExt cx="1997554" cy="530898"/>
          </a:xfrm>
        </p:grpSpPr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F20C4938-9EFC-E629-B442-F16A39CB2DD3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Shoulder Shrug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371DB92-40BA-E3D8-7A45-FCE31935ACC6}"/>
                </a:ext>
              </a:extLst>
            </p:cNvPr>
            <p:cNvSpPr txBox="1"/>
            <p:nvPr/>
          </p:nvSpPr>
          <p:spPr>
            <a:xfrm>
              <a:off x="832474" y="3464536"/>
              <a:ext cx="19975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Brainstem (Accessory Nerve Nucleus) Channels: T7, T8, FCS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10" name="Freeform 4">
            <a:extLst>
              <a:ext uri="{FF2B5EF4-FFF2-40B4-BE49-F238E27FC236}">
                <a16:creationId xmlns:a16="http://schemas.microsoft.com/office/drawing/2014/main" id="{E7E9A5C7-58BE-4884-14E8-32DBAE1AB2D3}"/>
              </a:ext>
            </a:extLst>
          </p:cNvPr>
          <p:cNvSpPr/>
          <p:nvPr/>
        </p:nvSpPr>
        <p:spPr>
          <a:xfrm>
            <a:off x="903375" y="4641131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2327" t="-253092" r="-315219" b="-4020"/>
            </a:stretch>
          </a:blipFill>
        </p:spPr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073189D4-65DD-677E-3D1F-F8103808AD81}"/>
              </a:ext>
            </a:extLst>
          </p:cNvPr>
          <p:cNvSpPr/>
          <p:nvPr/>
        </p:nvSpPr>
        <p:spPr>
          <a:xfrm>
            <a:off x="3414252" y="4024100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15" name="Group 114">
            <a:extLst>
              <a:ext uri="{FF2B5EF4-FFF2-40B4-BE49-F238E27FC236}">
                <a16:creationId xmlns:a16="http://schemas.microsoft.com/office/drawing/2014/main" id="{2CF89E93-F073-4188-4A2B-ABAB051F2270}"/>
              </a:ext>
            </a:extLst>
          </p:cNvPr>
          <p:cNvGrpSpPr/>
          <p:nvPr/>
        </p:nvGrpSpPr>
        <p:grpSpPr>
          <a:xfrm>
            <a:off x="3530670" y="4085599"/>
            <a:ext cx="2260654" cy="530898"/>
            <a:chOff x="700924" y="3272192"/>
            <a:chExt cx="2260654" cy="530898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2E28A269-AEA7-0524-8FAB-4F9009795603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Eyebrow Raise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3850EA36-0E6A-A2C0-FF8C-346AF6D424DA}"/>
                </a:ext>
              </a:extLst>
            </p:cNvPr>
            <p:cNvSpPr txBox="1"/>
            <p:nvPr/>
          </p:nvSpPr>
          <p:spPr>
            <a:xfrm>
              <a:off x="700924" y="3464536"/>
              <a:ext cx="226065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Inferior Frontal Gyrus (Bilateral) Channels: AF3, AP4, F7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20" name="Rectangle: Rounded Corners 119">
            <a:extLst>
              <a:ext uri="{FF2B5EF4-FFF2-40B4-BE49-F238E27FC236}">
                <a16:creationId xmlns:a16="http://schemas.microsoft.com/office/drawing/2014/main" id="{2B7C5C40-2769-F722-CF06-CC422035B1D4}"/>
              </a:ext>
            </a:extLst>
          </p:cNvPr>
          <p:cNvSpPr/>
          <p:nvPr/>
        </p:nvSpPr>
        <p:spPr>
          <a:xfrm>
            <a:off x="6258859" y="4024100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82645BBA-1BDD-0A91-D836-55B477E8B146}"/>
              </a:ext>
            </a:extLst>
          </p:cNvPr>
          <p:cNvGrpSpPr/>
          <p:nvPr/>
        </p:nvGrpSpPr>
        <p:grpSpPr>
          <a:xfrm>
            <a:off x="6481888" y="4085599"/>
            <a:ext cx="2047432" cy="530898"/>
            <a:chOff x="807535" y="3272192"/>
            <a:chExt cx="2047432" cy="530898"/>
          </a:xfrm>
        </p:grpSpPr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572E10E3-4A83-DD77-60CE-899D64313102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Lip Purse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739666ED-18EC-00B2-8A93-A375279A796E}"/>
                </a:ext>
              </a:extLst>
            </p:cNvPr>
            <p:cNvSpPr txBox="1"/>
            <p:nvPr/>
          </p:nvSpPr>
          <p:spPr>
            <a:xfrm>
              <a:off x="807535" y="3464536"/>
              <a:ext cx="204743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Inferior Frontal Gyrus + Temporal Lobe Channels: F7, F8, 17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19A1EA80-84B5-0726-7C24-C55223A7A60F}"/>
              </a:ext>
            </a:extLst>
          </p:cNvPr>
          <p:cNvSpPr/>
          <p:nvPr/>
        </p:nvSpPr>
        <p:spPr>
          <a:xfrm>
            <a:off x="9103467" y="4024100"/>
            <a:ext cx="2493488" cy="1592301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169ED7E1-77B8-433E-7952-9D6E5A8D7B7E}"/>
              </a:ext>
            </a:extLst>
          </p:cNvPr>
          <p:cNvGrpSpPr/>
          <p:nvPr/>
        </p:nvGrpSpPr>
        <p:grpSpPr>
          <a:xfrm>
            <a:off x="9143424" y="4085599"/>
            <a:ext cx="2413576" cy="530898"/>
            <a:chOff x="624463" y="3272192"/>
            <a:chExt cx="2413576" cy="530898"/>
          </a:xfrm>
        </p:grpSpPr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2954F8A0-EB9C-6EE2-9EEF-729AF998A0D9}"/>
                </a:ext>
              </a:extLst>
            </p:cNvPr>
            <p:cNvSpPr txBox="1"/>
            <p:nvPr/>
          </p:nvSpPr>
          <p:spPr>
            <a:xfrm>
              <a:off x="941738" y="3272192"/>
              <a:ext cx="1779024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Jaw Clench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DD4BB3D-322E-63CF-15C5-98180AD8546D}"/>
                </a:ext>
              </a:extLst>
            </p:cNvPr>
            <p:cNvSpPr txBox="1"/>
            <p:nvPr/>
          </p:nvSpPr>
          <p:spPr>
            <a:xfrm>
              <a:off x="624463" y="3464536"/>
              <a:ext cx="241357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da-DK" sz="8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Inferior Frontal Gyrus + Brainstem (Trigeminal Nucleus) Channels: F7, FB, FCS</a:t>
              </a:r>
              <a:endParaRPr lang="en-US" sz="8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135" name="Freeform 4">
            <a:extLst>
              <a:ext uri="{FF2B5EF4-FFF2-40B4-BE49-F238E27FC236}">
                <a16:creationId xmlns:a16="http://schemas.microsoft.com/office/drawing/2014/main" id="{E23AFEA6-2026-5659-5548-A3DC2BF1195C}"/>
              </a:ext>
            </a:extLst>
          </p:cNvPr>
          <p:cNvSpPr/>
          <p:nvPr/>
        </p:nvSpPr>
        <p:spPr>
          <a:xfrm>
            <a:off x="3747982" y="4641131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107435" t="-253092" r="-210111" b="-4020"/>
            </a:stretch>
          </a:blipFill>
        </p:spPr>
      </p:sp>
      <p:sp>
        <p:nvSpPr>
          <p:cNvPr id="136" name="Freeform 4">
            <a:extLst>
              <a:ext uri="{FF2B5EF4-FFF2-40B4-BE49-F238E27FC236}">
                <a16:creationId xmlns:a16="http://schemas.microsoft.com/office/drawing/2014/main" id="{55109571-1D4D-DD04-6DEA-E1CFB40423AB}"/>
              </a:ext>
            </a:extLst>
          </p:cNvPr>
          <p:cNvSpPr/>
          <p:nvPr/>
        </p:nvSpPr>
        <p:spPr>
          <a:xfrm>
            <a:off x="6592589" y="4641131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211765" t="-253092" r="-105781" b="-4020"/>
            </a:stretch>
          </a:blipFill>
        </p:spPr>
      </p:sp>
      <p:sp>
        <p:nvSpPr>
          <p:cNvPr id="137" name="Freeform 4">
            <a:extLst>
              <a:ext uri="{FF2B5EF4-FFF2-40B4-BE49-F238E27FC236}">
                <a16:creationId xmlns:a16="http://schemas.microsoft.com/office/drawing/2014/main" id="{7CA16A21-DF2A-ADA9-D5AB-FEC4F47E760D}"/>
              </a:ext>
            </a:extLst>
          </p:cNvPr>
          <p:cNvSpPr/>
          <p:nvPr/>
        </p:nvSpPr>
        <p:spPr>
          <a:xfrm>
            <a:off x="9437197" y="4641131"/>
            <a:ext cx="1826029" cy="915401"/>
          </a:xfrm>
          <a:prstGeom prst="roundRect">
            <a:avLst>
              <a:gd name="adj" fmla="val 9268"/>
            </a:avLst>
          </a:prstGeom>
          <a:blipFill>
            <a:blip r:embed="rId2"/>
            <a:stretch>
              <a:fillRect l="-314554" t="-253092" r="-2992" b="-4020"/>
            </a:stretch>
          </a:blipFill>
        </p:spPr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5DC2C64-564A-E9B7-9521-C25DB4C87AEC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B511E7C2-9674-A9DD-C6D3-326A6CD586FE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1CF93D5-06A2-7695-14F1-FD7B9F757FAB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Data 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6805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D989186-0779-7E62-4861-7735C4F668F0}"/>
              </a:ext>
            </a:extLst>
          </p:cNvPr>
          <p:cNvSpPr txBox="1"/>
          <p:nvPr/>
        </p:nvSpPr>
        <p:spPr>
          <a:xfrm>
            <a:off x="502555" y="832628"/>
            <a:ext cx="805851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DATA SIZE NUMBERS LIKE</a:t>
            </a:r>
          </a:p>
        </p:txBody>
      </p: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6196F979-AAD7-8789-61DD-68365CD36644}"/>
              </a:ext>
            </a:extLst>
          </p:cNvPr>
          <p:cNvSpPr/>
          <p:nvPr/>
        </p:nvSpPr>
        <p:spPr>
          <a:xfrm>
            <a:off x="569645" y="2001029"/>
            <a:ext cx="2493488" cy="1640894"/>
          </a:xfrm>
          <a:prstGeom prst="roundRect">
            <a:avLst>
              <a:gd name="adj" fmla="val 11676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74BE8EA-BE78-56EC-26B1-874A398A4BCA}"/>
              </a:ext>
            </a:extLst>
          </p:cNvPr>
          <p:cNvGrpSpPr/>
          <p:nvPr/>
        </p:nvGrpSpPr>
        <p:grpSpPr>
          <a:xfrm>
            <a:off x="699080" y="2452143"/>
            <a:ext cx="2116087" cy="738664"/>
            <a:chOff x="699080" y="2195969"/>
            <a:chExt cx="2116087" cy="738664"/>
          </a:xfrm>
        </p:grpSpPr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306643CC-2AA3-1ECC-8FF9-C96F3415C244}"/>
                </a:ext>
              </a:extLst>
            </p:cNvPr>
            <p:cNvSpPr txBox="1"/>
            <p:nvPr/>
          </p:nvSpPr>
          <p:spPr>
            <a:xfrm>
              <a:off x="699080" y="2195969"/>
              <a:ext cx="2116087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4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6 MINUTES 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DEDF87-B956-B329-038E-F856D657AEC5}"/>
                </a:ext>
              </a:extLst>
            </p:cNvPr>
            <p:cNvSpPr txBox="1"/>
            <p:nvPr/>
          </p:nvSpPr>
          <p:spPr>
            <a:xfrm>
              <a:off x="699080" y="2657634"/>
              <a:ext cx="199755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Per action (50 samples)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BEAF08C6-6A57-A7F9-64B3-30B7B6ACC567}"/>
              </a:ext>
            </a:extLst>
          </p:cNvPr>
          <p:cNvGrpSpPr/>
          <p:nvPr/>
        </p:nvGrpSpPr>
        <p:grpSpPr>
          <a:xfrm>
            <a:off x="776926" y="1775877"/>
            <a:ext cx="451512" cy="306919"/>
            <a:chOff x="776926" y="1715556"/>
            <a:chExt cx="381072" cy="259037"/>
          </a:xfrm>
        </p:grpSpPr>
        <p:sp>
          <p:nvSpPr>
            <p:cNvPr id="69" name="Freeform 43">
              <a:extLst>
                <a:ext uri="{FF2B5EF4-FFF2-40B4-BE49-F238E27FC236}">
                  <a16:creationId xmlns:a16="http://schemas.microsoft.com/office/drawing/2014/main" id="{B8F27747-BCA5-EE1F-524F-22CA3F8D8BF6}"/>
                </a:ext>
              </a:extLst>
            </p:cNvPr>
            <p:cNvSpPr/>
            <p:nvPr/>
          </p:nvSpPr>
          <p:spPr>
            <a:xfrm rot="16200000" flipH="1">
              <a:off x="872150" y="1620332"/>
              <a:ext cx="190623" cy="381072"/>
            </a:xfrm>
            <a:custGeom>
              <a:avLst/>
              <a:gdLst>
                <a:gd name="connsiteX0" fmla="*/ 0 w 322436"/>
                <a:gd name="connsiteY0" fmla="*/ 322288 h 644578"/>
                <a:gd name="connsiteX1" fmla="*/ 0 w 322436"/>
                <a:gd name="connsiteY1" fmla="*/ 322289 h 644578"/>
                <a:gd name="connsiteX2" fmla="*/ 0 w 322436"/>
                <a:gd name="connsiteY2" fmla="*/ 322289 h 644578"/>
                <a:gd name="connsiteX3" fmla="*/ 322289 w 322436"/>
                <a:gd name="connsiteY3" fmla="*/ 0 h 644578"/>
                <a:gd name="connsiteX4" fmla="*/ 322436 w 322436"/>
                <a:gd name="connsiteY4" fmla="*/ 15 h 644578"/>
                <a:gd name="connsiteX5" fmla="*/ 322436 w 322436"/>
                <a:gd name="connsiteY5" fmla="*/ 644563 h 644578"/>
                <a:gd name="connsiteX6" fmla="*/ 322288 w 322436"/>
                <a:gd name="connsiteY6" fmla="*/ 644578 h 644578"/>
                <a:gd name="connsiteX7" fmla="*/ 322289 w 322436"/>
                <a:gd name="connsiteY7" fmla="*/ 644577 h 644578"/>
                <a:gd name="connsiteX8" fmla="*/ 6548 w 322436"/>
                <a:gd name="connsiteY8" fmla="*/ 387241 h 644578"/>
                <a:gd name="connsiteX9" fmla="*/ 0 w 322436"/>
                <a:gd name="connsiteY9" fmla="*/ 322289 h 644578"/>
                <a:gd name="connsiteX10" fmla="*/ 6548 w 322436"/>
                <a:gd name="connsiteY10" fmla="*/ 257337 h 644578"/>
                <a:gd name="connsiteX11" fmla="*/ 322289 w 322436"/>
                <a:gd name="connsiteY11" fmla="*/ 0 h 644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2436" h="644578">
                  <a:moveTo>
                    <a:pt x="0" y="322288"/>
                  </a:moveTo>
                  <a:lnTo>
                    <a:pt x="0" y="322289"/>
                  </a:lnTo>
                  <a:lnTo>
                    <a:pt x="0" y="322289"/>
                  </a:lnTo>
                  <a:close/>
                  <a:moveTo>
                    <a:pt x="322289" y="0"/>
                  </a:moveTo>
                  <a:lnTo>
                    <a:pt x="322436" y="15"/>
                  </a:lnTo>
                  <a:lnTo>
                    <a:pt x="322436" y="644563"/>
                  </a:lnTo>
                  <a:lnTo>
                    <a:pt x="322288" y="644578"/>
                  </a:lnTo>
                  <a:lnTo>
                    <a:pt x="322289" y="644577"/>
                  </a:lnTo>
                  <a:cubicBezTo>
                    <a:pt x="166544" y="644577"/>
                    <a:pt x="36600" y="534102"/>
                    <a:pt x="6548" y="387241"/>
                  </a:cubicBezTo>
                  <a:lnTo>
                    <a:pt x="0" y="322289"/>
                  </a:lnTo>
                  <a:lnTo>
                    <a:pt x="6548" y="257337"/>
                  </a:lnTo>
                  <a:cubicBezTo>
                    <a:pt x="36600" y="110475"/>
                    <a:pt x="166544" y="0"/>
                    <a:pt x="32228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7CC946F7-E79A-BD0E-B65E-5C497A2A7940}"/>
                </a:ext>
              </a:extLst>
            </p:cNvPr>
            <p:cNvGrpSpPr/>
            <p:nvPr/>
          </p:nvGrpSpPr>
          <p:grpSpPr>
            <a:xfrm>
              <a:off x="896299" y="1835013"/>
              <a:ext cx="139580" cy="139580"/>
              <a:chOff x="3322320" y="909815"/>
              <a:chExt cx="693046" cy="693046"/>
            </a:xfrm>
          </p:grpSpPr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07B06D7-DCCE-6589-6DBB-A5D522F4BED4}"/>
                  </a:ext>
                </a:extLst>
              </p:cNvPr>
              <p:cNvSpPr/>
              <p:nvPr/>
            </p:nvSpPr>
            <p:spPr>
              <a:xfrm>
                <a:off x="3322320" y="909815"/>
                <a:ext cx="693046" cy="693046"/>
              </a:xfrm>
              <a:prstGeom prst="ellipse">
                <a:avLst/>
              </a:prstGeom>
              <a:gradFill>
                <a:gsLst>
                  <a:gs pos="1000">
                    <a:schemeClr val="accent3">
                      <a:lumMod val="75000"/>
                    </a:schemeClr>
                  </a:gs>
                  <a:gs pos="100000">
                    <a:schemeClr val="accent3"/>
                  </a:gs>
                </a:gsLst>
                <a:lin ang="13200000" scaled="0"/>
              </a:gra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ID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Google Shape;3784;p39">
                <a:extLst>
                  <a:ext uri="{FF2B5EF4-FFF2-40B4-BE49-F238E27FC236}">
                    <a16:creationId xmlns:a16="http://schemas.microsoft.com/office/drawing/2014/main" id="{45E7C166-4230-542D-4B28-98CD31311E83}"/>
                  </a:ext>
                </a:extLst>
              </p:cNvPr>
              <p:cNvSpPr/>
              <p:nvPr/>
            </p:nvSpPr>
            <p:spPr>
              <a:xfrm>
                <a:off x="3516443" y="1108166"/>
                <a:ext cx="304801" cy="29634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6432" y="9411"/>
                    </a:moveTo>
                    <a:lnTo>
                      <a:pt x="9191" y="1963"/>
                    </a:lnTo>
                    <a:lnTo>
                      <a:pt x="11100" y="0"/>
                    </a:lnTo>
                    <a:lnTo>
                      <a:pt x="21600" y="10800"/>
                    </a:lnTo>
                    <a:lnTo>
                      <a:pt x="11100" y="21600"/>
                    </a:lnTo>
                    <a:lnTo>
                      <a:pt x="9191" y="19637"/>
                    </a:lnTo>
                    <a:lnTo>
                      <a:pt x="16432" y="12188"/>
                    </a:lnTo>
                    <a:lnTo>
                      <a:pt x="0" y="12188"/>
                    </a:lnTo>
                    <a:lnTo>
                      <a:pt x="0" y="941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45700" tIns="45700" rIns="45700" bIns="45700" anchor="ctr" anchorCtr="0">
                <a:noAutofit/>
              </a:bodyPr>
              <a:lstStyle/>
              <a:p>
                <a:pPr marL="0" marR="0" lvl="0" indent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DAD8718-9114-ABE2-4E3B-7BF90B1F1EBD}"/>
              </a:ext>
            </a:extLst>
          </p:cNvPr>
          <p:cNvGrpSpPr/>
          <p:nvPr/>
        </p:nvGrpSpPr>
        <p:grpSpPr>
          <a:xfrm>
            <a:off x="3414252" y="1775877"/>
            <a:ext cx="2493488" cy="1866046"/>
            <a:chOff x="569645" y="1686977"/>
            <a:chExt cx="2493488" cy="1866046"/>
          </a:xfrm>
        </p:grpSpPr>
        <p:sp>
          <p:nvSpPr>
            <p:cNvPr id="76" name="Rectangle: Rounded Corners 75">
              <a:extLst>
                <a:ext uri="{FF2B5EF4-FFF2-40B4-BE49-F238E27FC236}">
                  <a16:creationId xmlns:a16="http://schemas.microsoft.com/office/drawing/2014/main" id="{38197036-58DB-E677-81C2-2A066AFCB194}"/>
                </a:ext>
              </a:extLst>
            </p:cNvPr>
            <p:cNvSpPr/>
            <p:nvPr/>
          </p:nvSpPr>
          <p:spPr>
            <a:xfrm>
              <a:off x="569645" y="1912129"/>
              <a:ext cx="2493488" cy="1640894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7" name="Group 76">
              <a:extLst>
                <a:ext uri="{FF2B5EF4-FFF2-40B4-BE49-F238E27FC236}">
                  <a16:creationId xmlns:a16="http://schemas.microsoft.com/office/drawing/2014/main" id="{2BD4BC6C-5A61-40C2-ADE8-005A9EC152E4}"/>
                </a:ext>
              </a:extLst>
            </p:cNvPr>
            <p:cNvGrpSpPr/>
            <p:nvPr/>
          </p:nvGrpSpPr>
          <p:grpSpPr>
            <a:xfrm>
              <a:off x="699080" y="2363243"/>
              <a:ext cx="2116087" cy="738664"/>
              <a:chOff x="699080" y="2195969"/>
              <a:chExt cx="2116087" cy="738664"/>
            </a:xfrm>
          </p:grpSpPr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53DDE61F-B826-59B2-73DE-622C732FC83C}"/>
                  </a:ext>
                </a:extLst>
              </p:cNvPr>
              <p:cNvSpPr txBox="1"/>
              <p:nvPr/>
            </p:nvSpPr>
            <p:spPr>
              <a:xfrm>
                <a:off x="699080" y="2195969"/>
                <a:ext cx="21160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4 ACTIONS </a:t>
                </a:r>
              </a:p>
            </p:txBody>
          </p:sp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ED4F5B90-EE0A-DDAF-533E-F9AF42E1B540}"/>
                  </a:ext>
                </a:extLst>
              </p:cNvPr>
              <p:cNvSpPr txBox="1"/>
              <p:nvPr/>
            </p:nvSpPr>
            <p:spPr>
              <a:xfrm>
                <a:off x="699080" y="2657634"/>
                <a:ext cx="19975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Per volunteer</a:t>
                </a:r>
              </a:p>
            </p:txBody>
          </p:sp>
        </p:grp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A961D5F3-1E88-FDF4-0945-7DC13F1B5D75}"/>
                </a:ext>
              </a:extLst>
            </p:cNvPr>
            <p:cNvGrpSpPr/>
            <p:nvPr/>
          </p:nvGrpSpPr>
          <p:grpSpPr>
            <a:xfrm>
              <a:off x="776926" y="1686977"/>
              <a:ext cx="451512" cy="306919"/>
              <a:chOff x="776926" y="1715556"/>
              <a:chExt cx="381072" cy="259037"/>
            </a:xfrm>
          </p:grpSpPr>
          <p:sp>
            <p:nvSpPr>
              <p:cNvPr id="79" name="Freeform 43">
                <a:extLst>
                  <a:ext uri="{FF2B5EF4-FFF2-40B4-BE49-F238E27FC236}">
                    <a16:creationId xmlns:a16="http://schemas.microsoft.com/office/drawing/2014/main" id="{8168BED6-D883-2C92-AEF2-8EAA7A6765A1}"/>
                  </a:ext>
                </a:extLst>
              </p:cNvPr>
              <p:cNvSpPr/>
              <p:nvPr/>
            </p:nvSpPr>
            <p:spPr>
              <a:xfrm rot="16200000" flipH="1">
                <a:off x="872150" y="1620332"/>
                <a:ext cx="190623" cy="38107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80" name="Group 79">
                <a:extLst>
                  <a:ext uri="{FF2B5EF4-FFF2-40B4-BE49-F238E27FC236}">
                    <a16:creationId xmlns:a16="http://schemas.microsoft.com/office/drawing/2014/main" id="{DE34E498-637D-819B-5094-28A3724D2221}"/>
                  </a:ext>
                </a:extLst>
              </p:cNvPr>
              <p:cNvGrpSpPr/>
              <p:nvPr/>
            </p:nvGrpSpPr>
            <p:grpSpPr>
              <a:xfrm>
                <a:off x="896299" y="1835013"/>
                <a:ext cx="139580" cy="139580"/>
                <a:chOff x="3322320" y="909815"/>
                <a:chExt cx="693046" cy="693046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B0B747BD-1B3B-80BB-E7FE-464006241D87}"/>
                    </a:ext>
                  </a:extLst>
                </p:cNvPr>
                <p:cNvSpPr/>
                <p:nvPr/>
              </p:nvSpPr>
              <p:spPr>
                <a:xfrm>
                  <a:off x="3322320" y="909815"/>
                  <a:ext cx="693046" cy="693046"/>
                </a:xfrm>
                <a:prstGeom prst="ellipse">
                  <a:avLst/>
                </a:prstGeom>
                <a:gradFill>
                  <a:gsLst>
                    <a:gs pos="100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32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ID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82" name="Google Shape;3784;p39">
                  <a:extLst>
                    <a:ext uri="{FF2B5EF4-FFF2-40B4-BE49-F238E27FC236}">
                      <a16:creationId xmlns:a16="http://schemas.microsoft.com/office/drawing/2014/main" id="{23AD05C3-CE78-1392-B8E0-F521CEFD7FD7}"/>
                    </a:ext>
                  </a:extLst>
                </p:cNvPr>
                <p:cNvSpPr/>
                <p:nvPr/>
              </p:nvSpPr>
              <p:spPr>
                <a:xfrm>
                  <a:off x="3516443" y="1108166"/>
                  <a:ext cx="304801" cy="296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432" y="9411"/>
                      </a:moveTo>
                      <a:lnTo>
                        <a:pt x="9191" y="1963"/>
                      </a:lnTo>
                      <a:lnTo>
                        <a:pt x="11100" y="0"/>
                      </a:lnTo>
                      <a:lnTo>
                        <a:pt x="21600" y="10800"/>
                      </a:lnTo>
                      <a:lnTo>
                        <a:pt x="11100" y="21600"/>
                      </a:lnTo>
                      <a:lnTo>
                        <a:pt x="9191" y="19637"/>
                      </a:lnTo>
                      <a:lnTo>
                        <a:pt x="16432" y="12188"/>
                      </a:lnTo>
                      <a:lnTo>
                        <a:pt x="0" y="12188"/>
                      </a:lnTo>
                      <a:lnTo>
                        <a:pt x="0" y="94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4CF349A-976C-AEDB-BEA5-E23B96ABD064}"/>
              </a:ext>
            </a:extLst>
          </p:cNvPr>
          <p:cNvGrpSpPr/>
          <p:nvPr/>
        </p:nvGrpSpPr>
        <p:grpSpPr>
          <a:xfrm>
            <a:off x="6258859" y="1775877"/>
            <a:ext cx="2493488" cy="1866046"/>
            <a:chOff x="569645" y="1686977"/>
            <a:chExt cx="2493488" cy="1866046"/>
          </a:xfrm>
        </p:grpSpPr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EE1B1F5E-E9D8-22E2-9527-C142D5978581}"/>
                </a:ext>
              </a:extLst>
            </p:cNvPr>
            <p:cNvSpPr/>
            <p:nvPr/>
          </p:nvSpPr>
          <p:spPr>
            <a:xfrm>
              <a:off x="569645" y="1912129"/>
              <a:ext cx="2493488" cy="1640894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0A14C438-FEB7-AC78-B945-E4777BF7181C}"/>
                </a:ext>
              </a:extLst>
            </p:cNvPr>
            <p:cNvGrpSpPr/>
            <p:nvPr/>
          </p:nvGrpSpPr>
          <p:grpSpPr>
            <a:xfrm>
              <a:off x="699080" y="2363243"/>
              <a:ext cx="2116087" cy="738664"/>
              <a:chOff x="699080" y="2195969"/>
              <a:chExt cx="2116087" cy="738664"/>
            </a:xfrm>
          </p:grpSpPr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19D308B8-0AAD-F516-5C6F-0F4D32B17EE6}"/>
                  </a:ext>
                </a:extLst>
              </p:cNvPr>
              <p:cNvSpPr txBox="1"/>
              <p:nvPr/>
            </p:nvSpPr>
            <p:spPr>
              <a:xfrm>
                <a:off x="699080" y="2195969"/>
                <a:ext cx="21160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12</a:t>
                </a:r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2673C95-AD31-0EC7-AC20-0EEFF1B57AC7}"/>
                  </a:ext>
                </a:extLst>
              </p:cNvPr>
              <p:cNvSpPr txBox="1"/>
              <p:nvPr/>
            </p:nvSpPr>
            <p:spPr>
              <a:xfrm>
                <a:off x="699080" y="2657634"/>
                <a:ext cx="19975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Volunteers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12A16D4A-4189-15A5-9CB9-2684F2021EC3}"/>
                </a:ext>
              </a:extLst>
            </p:cNvPr>
            <p:cNvGrpSpPr/>
            <p:nvPr/>
          </p:nvGrpSpPr>
          <p:grpSpPr>
            <a:xfrm>
              <a:off x="776926" y="1686977"/>
              <a:ext cx="451512" cy="306919"/>
              <a:chOff x="776926" y="1715556"/>
              <a:chExt cx="381072" cy="259037"/>
            </a:xfrm>
          </p:grpSpPr>
          <p:sp>
            <p:nvSpPr>
              <p:cNvPr id="89" name="Freeform 43">
                <a:extLst>
                  <a:ext uri="{FF2B5EF4-FFF2-40B4-BE49-F238E27FC236}">
                    <a16:creationId xmlns:a16="http://schemas.microsoft.com/office/drawing/2014/main" id="{DF04F0D2-5BD0-0122-F0F1-D386DFEA4525}"/>
                  </a:ext>
                </a:extLst>
              </p:cNvPr>
              <p:cNvSpPr/>
              <p:nvPr/>
            </p:nvSpPr>
            <p:spPr>
              <a:xfrm rot="16200000" flipH="1">
                <a:off x="872150" y="1620332"/>
                <a:ext cx="190623" cy="38107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4C369762-E2DE-D3FB-EE11-C08E482CB77A}"/>
                  </a:ext>
                </a:extLst>
              </p:cNvPr>
              <p:cNvGrpSpPr/>
              <p:nvPr/>
            </p:nvGrpSpPr>
            <p:grpSpPr>
              <a:xfrm>
                <a:off x="896299" y="1835013"/>
                <a:ext cx="139580" cy="139580"/>
                <a:chOff x="3322320" y="909815"/>
                <a:chExt cx="693046" cy="693046"/>
              </a:xfrm>
            </p:grpSpPr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1A56C33B-DE15-C077-E737-1C690A99FF5D}"/>
                    </a:ext>
                  </a:extLst>
                </p:cNvPr>
                <p:cNvSpPr/>
                <p:nvPr/>
              </p:nvSpPr>
              <p:spPr>
                <a:xfrm>
                  <a:off x="3322320" y="909815"/>
                  <a:ext cx="693046" cy="693046"/>
                </a:xfrm>
                <a:prstGeom prst="ellipse">
                  <a:avLst/>
                </a:prstGeom>
                <a:gradFill>
                  <a:gsLst>
                    <a:gs pos="100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32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ID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92" name="Google Shape;3784;p39">
                  <a:extLst>
                    <a:ext uri="{FF2B5EF4-FFF2-40B4-BE49-F238E27FC236}">
                      <a16:creationId xmlns:a16="http://schemas.microsoft.com/office/drawing/2014/main" id="{1A32032B-EA90-C966-3CDB-9105BF1A4475}"/>
                    </a:ext>
                  </a:extLst>
                </p:cNvPr>
                <p:cNvSpPr/>
                <p:nvPr/>
              </p:nvSpPr>
              <p:spPr>
                <a:xfrm>
                  <a:off x="3516443" y="1108166"/>
                  <a:ext cx="304801" cy="296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432" y="9411"/>
                      </a:moveTo>
                      <a:lnTo>
                        <a:pt x="9191" y="1963"/>
                      </a:lnTo>
                      <a:lnTo>
                        <a:pt x="11100" y="0"/>
                      </a:lnTo>
                      <a:lnTo>
                        <a:pt x="21600" y="10800"/>
                      </a:lnTo>
                      <a:lnTo>
                        <a:pt x="11100" y="21600"/>
                      </a:lnTo>
                      <a:lnTo>
                        <a:pt x="9191" y="19637"/>
                      </a:lnTo>
                      <a:lnTo>
                        <a:pt x="16432" y="12188"/>
                      </a:lnTo>
                      <a:lnTo>
                        <a:pt x="0" y="12188"/>
                      </a:lnTo>
                      <a:lnTo>
                        <a:pt x="0" y="94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2F383A4C-386B-40C0-DC7D-A909221477B0}"/>
              </a:ext>
            </a:extLst>
          </p:cNvPr>
          <p:cNvGrpSpPr/>
          <p:nvPr/>
        </p:nvGrpSpPr>
        <p:grpSpPr>
          <a:xfrm>
            <a:off x="9103467" y="1775877"/>
            <a:ext cx="2493488" cy="1866046"/>
            <a:chOff x="569645" y="1686977"/>
            <a:chExt cx="2493488" cy="1866046"/>
          </a:xfrm>
        </p:grpSpPr>
        <p:sp>
          <p:nvSpPr>
            <p:cNvPr id="96" name="Rectangle: Rounded Corners 95">
              <a:extLst>
                <a:ext uri="{FF2B5EF4-FFF2-40B4-BE49-F238E27FC236}">
                  <a16:creationId xmlns:a16="http://schemas.microsoft.com/office/drawing/2014/main" id="{C2EF2365-97B0-10FA-DC06-CF77A218D073}"/>
                </a:ext>
              </a:extLst>
            </p:cNvPr>
            <p:cNvSpPr/>
            <p:nvPr/>
          </p:nvSpPr>
          <p:spPr>
            <a:xfrm>
              <a:off x="569645" y="1912129"/>
              <a:ext cx="2493488" cy="1640894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7AF5EDF0-192E-4CEC-D7F4-0124342072FA}"/>
                </a:ext>
              </a:extLst>
            </p:cNvPr>
            <p:cNvGrpSpPr/>
            <p:nvPr/>
          </p:nvGrpSpPr>
          <p:grpSpPr>
            <a:xfrm>
              <a:off x="699080" y="2363243"/>
              <a:ext cx="2116087" cy="738664"/>
              <a:chOff x="699080" y="2195969"/>
              <a:chExt cx="2116087" cy="738664"/>
            </a:xfrm>
          </p:grpSpPr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A960090B-3C92-AE4D-7DFC-12D00AF197F8}"/>
                  </a:ext>
                </a:extLst>
              </p:cNvPr>
              <p:cNvSpPr txBox="1"/>
              <p:nvPr/>
            </p:nvSpPr>
            <p:spPr>
              <a:xfrm>
                <a:off x="699080" y="2195969"/>
                <a:ext cx="21160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256 DATA 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B1D1604A-F0F6-B7B9-94F7-DFBFCD20019A}"/>
                  </a:ext>
                </a:extLst>
              </p:cNvPr>
              <p:cNvSpPr txBox="1"/>
              <p:nvPr/>
            </p:nvSpPr>
            <p:spPr>
              <a:xfrm>
                <a:off x="699080" y="2657634"/>
                <a:ext cx="19975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Points per second</a:t>
                </a:r>
              </a:p>
            </p:txBody>
          </p:sp>
        </p:grpSp>
        <p:grpSp>
          <p:nvGrpSpPr>
            <p:cNvPr id="98" name="Group 97">
              <a:extLst>
                <a:ext uri="{FF2B5EF4-FFF2-40B4-BE49-F238E27FC236}">
                  <a16:creationId xmlns:a16="http://schemas.microsoft.com/office/drawing/2014/main" id="{0D759A0B-1225-B010-21F5-23C3940ECA2F}"/>
                </a:ext>
              </a:extLst>
            </p:cNvPr>
            <p:cNvGrpSpPr/>
            <p:nvPr/>
          </p:nvGrpSpPr>
          <p:grpSpPr>
            <a:xfrm>
              <a:off x="776926" y="1686977"/>
              <a:ext cx="451512" cy="306919"/>
              <a:chOff x="776926" y="1715556"/>
              <a:chExt cx="381072" cy="259037"/>
            </a:xfrm>
          </p:grpSpPr>
          <p:sp>
            <p:nvSpPr>
              <p:cNvPr id="99" name="Freeform 43">
                <a:extLst>
                  <a:ext uri="{FF2B5EF4-FFF2-40B4-BE49-F238E27FC236}">
                    <a16:creationId xmlns:a16="http://schemas.microsoft.com/office/drawing/2014/main" id="{F7CB7699-B732-EC67-C514-C54C84F4EF40}"/>
                  </a:ext>
                </a:extLst>
              </p:cNvPr>
              <p:cNvSpPr/>
              <p:nvPr/>
            </p:nvSpPr>
            <p:spPr>
              <a:xfrm rot="16200000" flipH="1">
                <a:off x="872150" y="1620332"/>
                <a:ext cx="190623" cy="38107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0DDF6A4E-AFEA-D3F8-B8A4-9B4FFE9E63FE}"/>
                  </a:ext>
                </a:extLst>
              </p:cNvPr>
              <p:cNvGrpSpPr/>
              <p:nvPr/>
            </p:nvGrpSpPr>
            <p:grpSpPr>
              <a:xfrm>
                <a:off x="896299" y="1835013"/>
                <a:ext cx="139580" cy="139580"/>
                <a:chOff x="3322320" y="909815"/>
                <a:chExt cx="693046" cy="693046"/>
              </a:xfrm>
            </p:grpSpPr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CD540691-F00A-A00C-6B40-148939190AD8}"/>
                    </a:ext>
                  </a:extLst>
                </p:cNvPr>
                <p:cNvSpPr/>
                <p:nvPr/>
              </p:nvSpPr>
              <p:spPr>
                <a:xfrm>
                  <a:off x="3322320" y="909815"/>
                  <a:ext cx="693046" cy="693046"/>
                </a:xfrm>
                <a:prstGeom prst="ellipse">
                  <a:avLst/>
                </a:prstGeom>
                <a:gradFill>
                  <a:gsLst>
                    <a:gs pos="100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32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ID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2" name="Google Shape;3784;p39">
                  <a:extLst>
                    <a:ext uri="{FF2B5EF4-FFF2-40B4-BE49-F238E27FC236}">
                      <a16:creationId xmlns:a16="http://schemas.microsoft.com/office/drawing/2014/main" id="{B5BDC213-AD27-72C1-E35C-0910D47E4899}"/>
                    </a:ext>
                  </a:extLst>
                </p:cNvPr>
                <p:cNvSpPr/>
                <p:nvPr/>
              </p:nvSpPr>
              <p:spPr>
                <a:xfrm>
                  <a:off x="3516443" y="1108166"/>
                  <a:ext cx="304801" cy="296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432" y="9411"/>
                      </a:moveTo>
                      <a:lnTo>
                        <a:pt x="9191" y="1963"/>
                      </a:lnTo>
                      <a:lnTo>
                        <a:pt x="11100" y="0"/>
                      </a:lnTo>
                      <a:lnTo>
                        <a:pt x="21600" y="10800"/>
                      </a:lnTo>
                      <a:lnTo>
                        <a:pt x="11100" y="21600"/>
                      </a:lnTo>
                      <a:lnTo>
                        <a:pt x="9191" y="19637"/>
                      </a:lnTo>
                      <a:lnTo>
                        <a:pt x="16432" y="12188"/>
                      </a:lnTo>
                      <a:lnTo>
                        <a:pt x="0" y="12188"/>
                      </a:lnTo>
                      <a:lnTo>
                        <a:pt x="0" y="94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23F7B8B3-9208-1398-2DFC-851F2984CCD5}"/>
              </a:ext>
            </a:extLst>
          </p:cNvPr>
          <p:cNvGrpSpPr/>
          <p:nvPr/>
        </p:nvGrpSpPr>
        <p:grpSpPr>
          <a:xfrm>
            <a:off x="1746564" y="4029349"/>
            <a:ext cx="2588485" cy="1866046"/>
            <a:chOff x="1870710" y="3940449"/>
            <a:chExt cx="2588485" cy="1866046"/>
          </a:xfrm>
        </p:grpSpPr>
        <p:sp>
          <p:nvSpPr>
            <p:cNvPr id="146" name="Rectangle: Rounded Corners 145">
              <a:extLst>
                <a:ext uri="{FF2B5EF4-FFF2-40B4-BE49-F238E27FC236}">
                  <a16:creationId xmlns:a16="http://schemas.microsoft.com/office/drawing/2014/main" id="{D8EC5B19-E782-C894-9070-D62EA35E932C}"/>
                </a:ext>
              </a:extLst>
            </p:cNvPr>
            <p:cNvSpPr/>
            <p:nvPr/>
          </p:nvSpPr>
          <p:spPr>
            <a:xfrm>
              <a:off x="1870710" y="4165601"/>
              <a:ext cx="2575118" cy="1640894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47" name="Group 146">
              <a:extLst>
                <a:ext uri="{FF2B5EF4-FFF2-40B4-BE49-F238E27FC236}">
                  <a16:creationId xmlns:a16="http://schemas.microsoft.com/office/drawing/2014/main" id="{ED7A73EA-CCC0-7C2E-6B24-C32AD6C9BA72}"/>
                </a:ext>
              </a:extLst>
            </p:cNvPr>
            <p:cNvGrpSpPr/>
            <p:nvPr/>
          </p:nvGrpSpPr>
          <p:grpSpPr>
            <a:xfrm>
              <a:off x="1974882" y="4616715"/>
              <a:ext cx="2484313" cy="738664"/>
              <a:chOff x="592187" y="2195969"/>
              <a:chExt cx="2484313" cy="738664"/>
            </a:xfrm>
          </p:grpSpPr>
          <p:sp>
            <p:nvSpPr>
              <p:cNvPr id="153" name="TextBox 152">
                <a:extLst>
                  <a:ext uri="{FF2B5EF4-FFF2-40B4-BE49-F238E27FC236}">
                    <a16:creationId xmlns:a16="http://schemas.microsoft.com/office/drawing/2014/main" id="{19B36381-59F0-727E-026A-9288BBF80795}"/>
                  </a:ext>
                </a:extLst>
              </p:cNvPr>
              <p:cNvSpPr txBox="1"/>
              <p:nvPr/>
            </p:nvSpPr>
            <p:spPr>
              <a:xfrm>
                <a:off x="592187" y="2195969"/>
                <a:ext cx="2484313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14 CHANNELS </a:t>
                </a:r>
              </a:p>
            </p:txBody>
          </p:sp>
          <p:sp>
            <p:nvSpPr>
              <p:cNvPr id="154" name="TextBox 153">
                <a:extLst>
                  <a:ext uri="{FF2B5EF4-FFF2-40B4-BE49-F238E27FC236}">
                    <a16:creationId xmlns:a16="http://schemas.microsoft.com/office/drawing/2014/main" id="{7088ACF9-CF17-CE2E-401F-9F6BF00C3B28}"/>
                  </a:ext>
                </a:extLst>
              </p:cNvPr>
              <p:cNvSpPr txBox="1"/>
              <p:nvPr/>
            </p:nvSpPr>
            <p:spPr>
              <a:xfrm>
                <a:off x="592187" y="2657634"/>
                <a:ext cx="19975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Per recording</a:t>
                </a:r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F35B9ACE-4703-0434-DECC-02EC36FABBC0}"/>
                </a:ext>
              </a:extLst>
            </p:cNvPr>
            <p:cNvGrpSpPr/>
            <p:nvPr/>
          </p:nvGrpSpPr>
          <p:grpSpPr>
            <a:xfrm>
              <a:off x="2105646" y="3940449"/>
              <a:ext cx="451512" cy="306919"/>
              <a:chOff x="776926" y="1715556"/>
              <a:chExt cx="381072" cy="259037"/>
            </a:xfrm>
          </p:grpSpPr>
          <p:sp>
            <p:nvSpPr>
              <p:cNvPr id="149" name="Freeform 43">
                <a:extLst>
                  <a:ext uri="{FF2B5EF4-FFF2-40B4-BE49-F238E27FC236}">
                    <a16:creationId xmlns:a16="http://schemas.microsoft.com/office/drawing/2014/main" id="{425A8213-C601-4E24-F76F-45EAEF3CB353}"/>
                  </a:ext>
                </a:extLst>
              </p:cNvPr>
              <p:cNvSpPr/>
              <p:nvPr/>
            </p:nvSpPr>
            <p:spPr>
              <a:xfrm rot="16200000" flipH="1">
                <a:off x="872150" y="1620332"/>
                <a:ext cx="190623" cy="38107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2B8A08F4-C202-8607-6FB1-1FAD34F3A7B0}"/>
                  </a:ext>
                </a:extLst>
              </p:cNvPr>
              <p:cNvGrpSpPr/>
              <p:nvPr/>
            </p:nvGrpSpPr>
            <p:grpSpPr>
              <a:xfrm>
                <a:off x="896299" y="1835013"/>
                <a:ext cx="139580" cy="139580"/>
                <a:chOff x="3322320" y="909815"/>
                <a:chExt cx="693046" cy="693046"/>
              </a:xfrm>
            </p:grpSpPr>
            <p:sp>
              <p:nvSpPr>
                <p:cNvPr id="151" name="Oval 150">
                  <a:extLst>
                    <a:ext uri="{FF2B5EF4-FFF2-40B4-BE49-F238E27FC236}">
                      <a16:creationId xmlns:a16="http://schemas.microsoft.com/office/drawing/2014/main" id="{DE2C76E7-384A-67B5-BB50-E6EB8B485AD6}"/>
                    </a:ext>
                  </a:extLst>
                </p:cNvPr>
                <p:cNvSpPr/>
                <p:nvPr/>
              </p:nvSpPr>
              <p:spPr>
                <a:xfrm>
                  <a:off x="3322320" y="909815"/>
                  <a:ext cx="693046" cy="693046"/>
                </a:xfrm>
                <a:prstGeom prst="ellipse">
                  <a:avLst/>
                </a:prstGeom>
                <a:gradFill>
                  <a:gsLst>
                    <a:gs pos="100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32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ID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52" name="Google Shape;3784;p39">
                  <a:extLst>
                    <a:ext uri="{FF2B5EF4-FFF2-40B4-BE49-F238E27FC236}">
                      <a16:creationId xmlns:a16="http://schemas.microsoft.com/office/drawing/2014/main" id="{0824071B-A821-414A-F5F6-76FE75537143}"/>
                    </a:ext>
                  </a:extLst>
                </p:cNvPr>
                <p:cNvSpPr/>
                <p:nvPr/>
              </p:nvSpPr>
              <p:spPr>
                <a:xfrm>
                  <a:off x="3516443" y="1108166"/>
                  <a:ext cx="304801" cy="296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432" y="9411"/>
                      </a:moveTo>
                      <a:lnTo>
                        <a:pt x="9191" y="1963"/>
                      </a:lnTo>
                      <a:lnTo>
                        <a:pt x="11100" y="0"/>
                      </a:lnTo>
                      <a:lnTo>
                        <a:pt x="21600" y="10800"/>
                      </a:lnTo>
                      <a:lnTo>
                        <a:pt x="11100" y="21600"/>
                      </a:lnTo>
                      <a:lnTo>
                        <a:pt x="9191" y="19637"/>
                      </a:lnTo>
                      <a:lnTo>
                        <a:pt x="16432" y="12188"/>
                      </a:lnTo>
                      <a:lnTo>
                        <a:pt x="0" y="12188"/>
                      </a:lnTo>
                      <a:lnTo>
                        <a:pt x="0" y="94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24981ADB-4A01-51E4-DDCD-B8FA0A1E0933}"/>
              </a:ext>
            </a:extLst>
          </p:cNvPr>
          <p:cNvGrpSpPr/>
          <p:nvPr/>
        </p:nvGrpSpPr>
        <p:grpSpPr>
          <a:xfrm>
            <a:off x="4808441" y="4029349"/>
            <a:ext cx="2575118" cy="1866046"/>
            <a:chOff x="1870710" y="3940449"/>
            <a:chExt cx="2575118" cy="1866046"/>
          </a:xfrm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5A23D210-7D29-0823-8AD0-9A7DB80F1C2A}"/>
                </a:ext>
              </a:extLst>
            </p:cNvPr>
            <p:cNvSpPr/>
            <p:nvPr/>
          </p:nvSpPr>
          <p:spPr>
            <a:xfrm>
              <a:off x="1870710" y="4165601"/>
              <a:ext cx="2575118" cy="1640894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57" name="Group 156">
              <a:extLst>
                <a:ext uri="{FF2B5EF4-FFF2-40B4-BE49-F238E27FC236}">
                  <a16:creationId xmlns:a16="http://schemas.microsoft.com/office/drawing/2014/main" id="{93099DD0-E4D0-7F6E-A231-3549CDEC7282}"/>
                </a:ext>
              </a:extLst>
            </p:cNvPr>
            <p:cNvGrpSpPr/>
            <p:nvPr/>
          </p:nvGrpSpPr>
          <p:grpSpPr>
            <a:xfrm>
              <a:off x="2008750" y="4616715"/>
              <a:ext cx="2116087" cy="738664"/>
              <a:chOff x="626055" y="2195969"/>
              <a:chExt cx="2116087" cy="738664"/>
            </a:xfrm>
          </p:grpSpPr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C55229CC-1B48-558D-B587-65BBCA99520E}"/>
                  </a:ext>
                </a:extLst>
              </p:cNvPr>
              <p:cNvSpPr txBox="1"/>
              <p:nvPr/>
            </p:nvSpPr>
            <p:spPr>
              <a:xfrm>
                <a:off x="626055" y="2195969"/>
                <a:ext cx="21160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~62M DATA </a:t>
                </a:r>
              </a:p>
            </p:txBody>
          </p:sp>
          <p:sp>
            <p:nvSpPr>
              <p:cNvPr id="164" name="TextBox 163">
                <a:extLst>
                  <a:ext uri="{FF2B5EF4-FFF2-40B4-BE49-F238E27FC236}">
                    <a16:creationId xmlns:a16="http://schemas.microsoft.com/office/drawing/2014/main" id="{01CA6010-E9FF-59A5-208B-0CBABB84783E}"/>
                  </a:ext>
                </a:extLst>
              </p:cNvPr>
              <p:cNvSpPr txBox="1"/>
              <p:nvPr/>
            </p:nvSpPr>
            <p:spPr>
              <a:xfrm>
                <a:off x="626055" y="2657634"/>
                <a:ext cx="1997554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Points total</a:t>
                </a:r>
              </a:p>
            </p:txBody>
          </p:sp>
        </p:grpSp>
        <p:grpSp>
          <p:nvGrpSpPr>
            <p:cNvPr id="158" name="Group 157">
              <a:extLst>
                <a:ext uri="{FF2B5EF4-FFF2-40B4-BE49-F238E27FC236}">
                  <a16:creationId xmlns:a16="http://schemas.microsoft.com/office/drawing/2014/main" id="{9B06FA65-E0C4-80B6-EEE4-79F91C568B65}"/>
                </a:ext>
              </a:extLst>
            </p:cNvPr>
            <p:cNvGrpSpPr/>
            <p:nvPr/>
          </p:nvGrpSpPr>
          <p:grpSpPr>
            <a:xfrm>
              <a:off x="2105646" y="3940449"/>
              <a:ext cx="451512" cy="306919"/>
              <a:chOff x="776926" y="1715556"/>
              <a:chExt cx="381072" cy="259037"/>
            </a:xfrm>
          </p:grpSpPr>
          <p:sp>
            <p:nvSpPr>
              <p:cNvPr id="159" name="Freeform 43">
                <a:extLst>
                  <a:ext uri="{FF2B5EF4-FFF2-40B4-BE49-F238E27FC236}">
                    <a16:creationId xmlns:a16="http://schemas.microsoft.com/office/drawing/2014/main" id="{8039A7E6-E83D-2805-D9FD-63229A8581F2}"/>
                  </a:ext>
                </a:extLst>
              </p:cNvPr>
              <p:cNvSpPr/>
              <p:nvPr/>
            </p:nvSpPr>
            <p:spPr>
              <a:xfrm rot="16200000" flipH="1">
                <a:off x="872150" y="1620332"/>
                <a:ext cx="190623" cy="38107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CC87CA1A-B6D1-DE79-CA24-38C3A070ABDA}"/>
                  </a:ext>
                </a:extLst>
              </p:cNvPr>
              <p:cNvGrpSpPr/>
              <p:nvPr/>
            </p:nvGrpSpPr>
            <p:grpSpPr>
              <a:xfrm>
                <a:off x="896299" y="1835013"/>
                <a:ext cx="139580" cy="139580"/>
                <a:chOff x="3322320" y="909815"/>
                <a:chExt cx="693046" cy="693046"/>
              </a:xfrm>
            </p:grpSpPr>
            <p:sp>
              <p:nvSpPr>
                <p:cNvPr id="161" name="Oval 160">
                  <a:extLst>
                    <a:ext uri="{FF2B5EF4-FFF2-40B4-BE49-F238E27FC236}">
                      <a16:creationId xmlns:a16="http://schemas.microsoft.com/office/drawing/2014/main" id="{F88B2EAD-06ED-6834-D455-44AC4F71CA05}"/>
                    </a:ext>
                  </a:extLst>
                </p:cNvPr>
                <p:cNvSpPr/>
                <p:nvPr/>
              </p:nvSpPr>
              <p:spPr>
                <a:xfrm>
                  <a:off x="3322320" y="909815"/>
                  <a:ext cx="693046" cy="693046"/>
                </a:xfrm>
                <a:prstGeom prst="ellipse">
                  <a:avLst/>
                </a:prstGeom>
                <a:gradFill>
                  <a:gsLst>
                    <a:gs pos="100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32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ID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2" name="Google Shape;3784;p39">
                  <a:extLst>
                    <a:ext uri="{FF2B5EF4-FFF2-40B4-BE49-F238E27FC236}">
                      <a16:creationId xmlns:a16="http://schemas.microsoft.com/office/drawing/2014/main" id="{27D2A2DF-C4DA-F731-CF24-477A4F0E3D68}"/>
                    </a:ext>
                  </a:extLst>
                </p:cNvPr>
                <p:cNvSpPr/>
                <p:nvPr/>
              </p:nvSpPr>
              <p:spPr>
                <a:xfrm>
                  <a:off x="3516443" y="1108166"/>
                  <a:ext cx="304801" cy="296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432" y="9411"/>
                      </a:moveTo>
                      <a:lnTo>
                        <a:pt x="9191" y="1963"/>
                      </a:lnTo>
                      <a:lnTo>
                        <a:pt x="11100" y="0"/>
                      </a:lnTo>
                      <a:lnTo>
                        <a:pt x="21600" y="10800"/>
                      </a:lnTo>
                      <a:lnTo>
                        <a:pt x="11100" y="21600"/>
                      </a:lnTo>
                      <a:lnTo>
                        <a:pt x="9191" y="19637"/>
                      </a:lnTo>
                      <a:lnTo>
                        <a:pt x="16432" y="12188"/>
                      </a:lnTo>
                      <a:lnTo>
                        <a:pt x="0" y="12188"/>
                      </a:lnTo>
                      <a:lnTo>
                        <a:pt x="0" y="94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65" name="Group 164">
            <a:extLst>
              <a:ext uri="{FF2B5EF4-FFF2-40B4-BE49-F238E27FC236}">
                <a16:creationId xmlns:a16="http://schemas.microsoft.com/office/drawing/2014/main" id="{4052FDE4-2116-F263-A779-876FB9D7DE4B}"/>
              </a:ext>
            </a:extLst>
          </p:cNvPr>
          <p:cNvGrpSpPr/>
          <p:nvPr/>
        </p:nvGrpSpPr>
        <p:grpSpPr>
          <a:xfrm>
            <a:off x="7870319" y="4029349"/>
            <a:ext cx="2575118" cy="1866046"/>
            <a:chOff x="1870710" y="3940449"/>
            <a:chExt cx="2575118" cy="1866046"/>
          </a:xfrm>
        </p:grpSpPr>
        <p:sp>
          <p:nvSpPr>
            <p:cNvPr id="166" name="Rectangle: Rounded Corners 165">
              <a:extLst>
                <a:ext uri="{FF2B5EF4-FFF2-40B4-BE49-F238E27FC236}">
                  <a16:creationId xmlns:a16="http://schemas.microsoft.com/office/drawing/2014/main" id="{787369CA-CD64-88C1-DD30-ECDC631A2889}"/>
                </a:ext>
              </a:extLst>
            </p:cNvPr>
            <p:cNvSpPr/>
            <p:nvPr/>
          </p:nvSpPr>
          <p:spPr>
            <a:xfrm>
              <a:off x="1870710" y="4165601"/>
              <a:ext cx="2575118" cy="1640894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7" name="Group 166">
              <a:extLst>
                <a:ext uri="{FF2B5EF4-FFF2-40B4-BE49-F238E27FC236}">
                  <a16:creationId xmlns:a16="http://schemas.microsoft.com/office/drawing/2014/main" id="{E7ED1458-D970-A041-5A38-E90B308F03A9}"/>
                </a:ext>
              </a:extLst>
            </p:cNvPr>
            <p:cNvGrpSpPr/>
            <p:nvPr/>
          </p:nvGrpSpPr>
          <p:grpSpPr>
            <a:xfrm>
              <a:off x="2008749" y="4616715"/>
              <a:ext cx="2116088" cy="738664"/>
              <a:chOff x="626054" y="2195969"/>
              <a:chExt cx="2116088" cy="738664"/>
            </a:xfrm>
          </p:grpSpPr>
          <p:sp>
            <p:nvSpPr>
              <p:cNvPr id="173" name="TextBox 172">
                <a:extLst>
                  <a:ext uri="{FF2B5EF4-FFF2-40B4-BE49-F238E27FC236}">
                    <a16:creationId xmlns:a16="http://schemas.microsoft.com/office/drawing/2014/main" id="{1B649183-1B4A-FB4C-15B3-401BD6731C10}"/>
                  </a:ext>
                </a:extLst>
              </p:cNvPr>
              <p:cNvSpPr txBox="1"/>
              <p:nvPr/>
            </p:nvSpPr>
            <p:spPr>
              <a:xfrm>
                <a:off x="626055" y="2195969"/>
                <a:ext cx="211608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~ 5H </a:t>
                </a:r>
              </a:p>
            </p:txBody>
          </p:sp>
          <p:sp>
            <p:nvSpPr>
              <p:cNvPr id="174" name="TextBox 173">
                <a:extLst>
                  <a:ext uri="{FF2B5EF4-FFF2-40B4-BE49-F238E27FC236}">
                    <a16:creationId xmlns:a16="http://schemas.microsoft.com/office/drawing/2014/main" id="{7142880C-F881-0F79-C06E-933F989C1A5D}"/>
                  </a:ext>
                </a:extLst>
              </p:cNvPr>
              <p:cNvSpPr txBox="1"/>
              <p:nvPr/>
            </p:nvSpPr>
            <p:spPr>
              <a:xfrm>
                <a:off x="626054" y="2657634"/>
                <a:ext cx="2075441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Of recordings</a:t>
                </a:r>
              </a:p>
            </p:txBody>
          </p:sp>
        </p:grpSp>
        <p:grpSp>
          <p:nvGrpSpPr>
            <p:cNvPr id="168" name="Group 167">
              <a:extLst>
                <a:ext uri="{FF2B5EF4-FFF2-40B4-BE49-F238E27FC236}">
                  <a16:creationId xmlns:a16="http://schemas.microsoft.com/office/drawing/2014/main" id="{5B7FFCE7-6367-9D8F-C3B5-8E240F6AA56F}"/>
                </a:ext>
              </a:extLst>
            </p:cNvPr>
            <p:cNvGrpSpPr/>
            <p:nvPr/>
          </p:nvGrpSpPr>
          <p:grpSpPr>
            <a:xfrm>
              <a:off x="2105646" y="3940449"/>
              <a:ext cx="451512" cy="306919"/>
              <a:chOff x="776926" y="1715556"/>
              <a:chExt cx="381072" cy="259037"/>
            </a:xfrm>
          </p:grpSpPr>
          <p:sp>
            <p:nvSpPr>
              <p:cNvPr id="169" name="Freeform 43">
                <a:extLst>
                  <a:ext uri="{FF2B5EF4-FFF2-40B4-BE49-F238E27FC236}">
                    <a16:creationId xmlns:a16="http://schemas.microsoft.com/office/drawing/2014/main" id="{00BA0E80-9998-29AC-83D3-3F377595EC5D}"/>
                  </a:ext>
                </a:extLst>
              </p:cNvPr>
              <p:cNvSpPr/>
              <p:nvPr/>
            </p:nvSpPr>
            <p:spPr>
              <a:xfrm rot="16200000" flipH="1">
                <a:off x="872150" y="1620332"/>
                <a:ext cx="190623" cy="381072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CC8E1693-0F69-469A-47C1-87BAC116D3FF}"/>
                  </a:ext>
                </a:extLst>
              </p:cNvPr>
              <p:cNvGrpSpPr/>
              <p:nvPr/>
            </p:nvGrpSpPr>
            <p:grpSpPr>
              <a:xfrm>
                <a:off x="896299" y="1835013"/>
                <a:ext cx="139580" cy="139580"/>
                <a:chOff x="3322320" y="909815"/>
                <a:chExt cx="693046" cy="693046"/>
              </a:xfrm>
            </p:grpSpPr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A9903CE8-476E-A449-A922-2D1BC40F460B}"/>
                    </a:ext>
                  </a:extLst>
                </p:cNvPr>
                <p:cNvSpPr/>
                <p:nvPr/>
              </p:nvSpPr>
              <p:spPr>
                <a:xfrm>
                  <a:off x="3322320" y="909815"/>
                  <a:ext cx="693046" cy="693046"/>
                </a:xfrm>
                <a:prstGeom prst="ellipse">
                  <a:avLst/>
                </a:prstGeom>
                <a:gradFill>
                  <a:gsLst>
                    <a:gs pos="1000">
                      <a:schemeClr val="accent3">
                        <a:lumMod val="75000"/>
                      </a:schemeClr>
                    </a:gs>
                    <a:gs pos="100000">
                      <a:schemeClr val="accent3"/>
                    </a:gs>
                  </a:gsLst>
                  <a:lin ang="13200000" scaled="0"/>
                </a:gradFill>
                <a:ln w="9525" cap="flat">
                  <a:noFill/>
                  <a:prstDash val="solid"/>
                  <a:miter/>
                </a:ln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en-ID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72" name="Google Shape;3784;p39">
                  <a:extLst>
                    <a:ext uri="{FF2B5EF4-FFF2-40B4-BE49-F238E27FC236}">
                      <a16:creationId xmlns:a16="http://schemas.microsoft.com/office/drawing/2014/main" id="{0FBFE384-DFC1-5676-5183-D28648B19EB4}"/>
                    </a:ext>
                  </a:extLst>
                </p:cNvPr>
                <p:cNvSpPr/>
                <p:nvPr/>
              </p:nvSpPr>
              <p:spPr>
                <a:xfrm>
                  <a:off x="3516443" y="1108166"/>
                  <a:ext cx="304801" cy="296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600" h="21600" extrusionOk="0">
                      <a:moveTo>
                        <a:pt x="16432" y="9411"/>
                      </a:moveTo>
                      <a:lnTo>
                        <a:pt x="9191" y="1963"/>
                      </a:lnTo>
                      <a:lnTo>
                        <a:pt x="11100" y="0"/>
                      </a:lnTo>
                      <a:lnTo>
                        <a:pt x="21600" y="10800"/>
                      </a:lnTo>
                      <a:lnTo>
                        <a:pt x="11100" y="21600"/>
                      </a:lnTo>
                      <a:lnTo>
                        <a:pt x="9191" y="19637"/>
                      </a:lnTo>
                      <a:lnTo>
                        <a:pt x="16432" y="12188"/>
                      </a:lnTo>
                      <a:lnTo>
                        <a:pt x="0" y="12188"/>
                      </a:lnTo>
                      <a:lnTo>
                        <a:pt x="0" y="941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45700" tIns="45700" rIns="45700" bIns="45700" anchor="ctr" anchorCtr="0">
                  <a:noAutofit/>
                </a:bodyPr>
                <a:lstStyle/>
                <a:p>
                  <a:pPr marL="0" marR="0" lvl="0" indent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6C65628-F2E4-6805-8020-6B7F0AA88AC6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1FC7A88F-1837-B54D-E353-37E7DA46213F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8A5847-6C1E-1C6D-7379-59030CD09F30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Data collection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6132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BFEA0-B402-FA71-242A-35511A47C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63D313C8-B68B-3045-1792-80A9F45B67D8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8" name="Rectangle: Top Corners Rounded 7">
              <a:extLst>
                <a:ext uri="{FF2B5EF4-FFF2-40B4-BE49-F238E27FC236}">
                  <a16:creationId xmlns:a16="http://schemas.microsoft.com/office/drawing/2014/main" id="{7A3D05D2-22F2-E052-405E-29DD91792435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CC8A51F-6F39-AABA-5934-1603B03FF1C3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Data collection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3F3CC65-9ECB-686A-EED2-F21D4A62D33A}"/>
              </a:ext>
            </a:extLst>
          </p:cNvPr>
          <p:cNvGrpSpPr/>
          <p:nvPr/>
        </p:nvGrpSpPr>
        <p:grpSpPr>
          <a:xfrm>
            <a:off x="502555" y="2915449"/>
            <a:ext cx="3185525" cy="1169550"/>
            <a:chOff x="502555" y="2844225"/>
            <a:chExt cx="3185525" cy="1169550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D44299E-F94A-E847-F702-8C062D3FCAF5}"/>
                </a:ext>
              </a:extLst>
            </p:cNvPr>
            <p:cNvSpPr txBox="1"/>
            <p:nvPr/>
          </p:nvSpPr>
          <p:spPr>
            <a:xfrm>
              <a:off x="502555" y="2844225"/>
              <a:ext cx="318552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>
                  <a:solidFill>
                    <a:schemeClr val="accent1"/>
                  </a:solidFill>
                  <a:latin typeface="+mj-lt"/>
                </a:rPr>
                <a:t>DATA SIZE</a:t>
              </a:r>
              <a:endParaRPr lang="en-US" sz="3200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2DC2D2B-D458-8031-4456-E0591125A8E5}"/>
                </a:ext>
              </a:extLst>
            </p:cNvPr>
            <p:cNvSpPr txBox="1"/>
            <p:nvPr/>
          </p:nvSpPr>
          <p:spPr>
            <a:xfrm>
              <a:off x="502555" y="3429000"/>
              <a:ext cx="3185525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dirty="0">
                  <a:solidFill>
                    <a:schemeClr val="accent1"/>
                  </a:solidFill>
                  <a:latin typeface="+mj-lt"/>
                </a:rPr>
                <a:t>NUMBERS LIKE</a:t>
              </a:r>
            </a:p>
          </p:txBody>
        </p:sp>
      </p:grpSp>
      <p:sp>
        <p:nvSpPr>
          <p:cNvPr id="6" name="Pie 4">
            <a:extLst>
              <a:ext uri="{FF2B5EF4-FFF2-40B4-BE49-F238E27FC236}">
                <a16:creationId xmlns:a16="http://schemas.microsoft.com/office/drawing/2014/main" id="{AEFAD188-92EE-C5BA-7B27-866B48071977}"/>
              </a:ext>
            </a:extLst>
          </p:cNvPr>
          <p:cNvSpPr/>
          <p:nvPr/>
        </p:nvSpPr>
        <p:spPr>
          <a:xfrm>
            <a:off x="5531162" y="1518543"/>
            <a:ext cx="3963358" cy="3963362"/>
          </a:xfrm>
          <a:prstGeom prst="pie">
            <a:avLst>
              <a:gd name="adj1" fmla="val 13617917"/>
              <a:gd name="adj2" fmla="val 8059559"/>
            </a:avLst>
          </a:prstGeom>
          <a:solidFill>
            <a:srgbClr val="8A9AA8">
              <a:alpha val="15000"/>
            </a:srgbClr>
          </a:solidFill>
          <a:ln w="254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AA03A88-9965-D385-4D76-C1D3B13EFAB2}"/>
              </a:ext>
            </a:extLst>
          </p:cNvPr>
          <p:cNvSpPr/>
          <p:nvPr/>
        </p:nvSpPr>
        <p:spPr>
          <a:xfrm>
            <a:off x="5783391" y="1770772"/>
            <a:ext cx="3458901" cy="3458904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EEFAC3-F7D8-AC18-9C9C-7C72F0526D26}"/>
              </a:ext>
            </a:extLst>
          </p:cNvPr>
          <p:cNvSpPr txBox="1"/>
          <p:nvPr/>
        </p:nvSpPr>
        <p:spPr>
          <a:xfrm>
            <a:off x="7392298" y="946487"/>
            <a:ext cx="2772334" cy="292388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300" dirty="0"/>
              <a:t>4 actions per volunteer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C22B9F-760B-AD4D-E8FF-28A331BAC079}"/>
              </a:ext>
            </a:extLst>
          </p:cNvPr>
          <p:cNvSpPr txBox="1"/>
          <p:nvPr/>
        </p:nvSpPr>
        <p:spPr>
          <a:xfrm>
            <a:off x="9242292" y="2064279"/>
            <a:ext cx="2301838" cy="292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300" dirty="0"/>
              <a:t>12 Volunteers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4A45B3-624E-5604-BC7E-0C1CFADC2033}"/>
              </a:ext>
            </a:extLst>
          </p:cNvPr>
          <p:cNvSpPr txBox="1"/>
          <p:nvPr/>
        </p:nvSpPr>
        <p:spPr>
          <a:xfrm>
            <a:off x="9805805" y="3221742"/>
            <a:ext cx="1738326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300" dirty="0"/>
              <a:t>256 data points per second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B2CFA7-0C05-FAFE-1724-939E2B0E25EA}"/>
              </a:ext>
            </a:extLst>
          </p:cNvPr>
          <p:cNvSpPr txBox="1"/>
          <p:nvPr/>
        </p:nvSpPr>
        <p:spPr>
          <a:xfrm>
            <a:off x="9242292" y="4584960"/>
            <a:ext cx="1429830" cy="4924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300" dirty="0"/>
              <a:t>14 channels per recording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6A67A9-4B5C-0B7C-C80D-85BF0975C6A5}"/>
              </a:ext>
            </a:extLst>
          </p:cNvPr>
          <p:cNvSpPr txBox="1"/>
          <p:nvPr/>
        </p:nvSpPr>
        <p:spPr>
          <a:xfrm>
            <a:off x="7392297" y="5811261"/>
            <a:ext cx="2664757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300" dirty="0"/>
              <a:t> ~62M data points total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8FD4F-8BAA-FFF7-312E-4F991CE8E75F}"/>
              </a:ext>
            </a:extLst>
          </p:cNvPr>
          <p:cNvSpPr txBox="1"/>
          <p:nvPr/>
        </p:nvSpPr>
        <p:spPr>
          <a:xfrm>
            <a:off x="3481552" y="5237630"/>
            <a:ext cx="273923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300" dirty="0"/>
              <a:t>~ 5h of recordings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6B2CCC0-5B82-1D30-DAE8-F6351722D626}"/>
              </a:ext>
            </a:extLst>
          </p:cNvPr>
          <p:cNvSpPr txBox="1"/>
          <p:nvPr/>
        </p:nvSpPr>
        <p:spPr>
          <a:xfrm>
            <a:off x="4353560" y="1296607"/>
            <a:ext cx="1867230" cy="4924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fr-FR" sz="1300" dirty="0"/>
              <a:t>6 minutes per action (50 </a:t>
            </a:r>
            <a:r>
              <a:rPr lang="fr-FR" sz="1300" dirty="0" err="1"/>
              <a:t>samples</a:t>
            </a:r>
            <a:r>
              <a:rPr lang="fr-FR" sz="1300" dirty="0"/>
              <a:t>)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9D5A65D-9801-83E9-E25B-AF9ACDD1C854}"/>
              </a:ext>
            </a:extLst>
          </p:cNvPr>
          <p:cNvSpPr/>
          <p:nvPr/>
        </p:nvSpPr>
        <p:spPr>
          <a:xfrm>
            <a:off x="5911120" y="1900803"/>
            <a:ext cx="619339" cy="619340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28A2201-32C9-9B3B-4D33-8F57EF61B465}"/>
              </a:ext>
            </a:extLst>
          </p:cNvPr>
          <p:cNvSpPr/>
          <p:nvPr/>
        </p:nvSpPr>
        <p:spPr>
          <a:xfrm>
            <a:off x="8510686" y="1900803"/>
            <a:ext cx="619339" cy="619340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51CF32-5388-F604-C4F0-320F152ADBB4}"/>
              </a:ext>
            </a:extLst>
          </p:cNvPr>
          <p:cNvSpPr/>
          <p:nvPr/>
        </p:nvSpPr>
        <p:spPr>
          <a:xfrm>
            <a:off x="7203173" y="5073551"/>
            <a:ext cx="619339" cy="619340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63CDFBD-C295-A46A-D118-50EAE7BDF673}"/>
              </a:ext>
            </a:extLst>
          </p:cNvPr>
          <p:cNvSpPr/>
          <p:nvPr/>
        </p:nvSpPr>
        <p:spPr>
          <a:xfrm>
            <a:off x="8512252" y="4521511"/>
            <a:ext cx="619339" cy="619340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601F88-C9A6-4401-7068-60FBC134EF32}"/>
              </a:ext>
            </a:extLst>
          </p:cNvPr>
          <p:cNvSpPr/>
          <p:nvPr/>
        </p:nvSpPr>
        <p:spPr>
          <a:xfrm>
            <a:off x="9064225" y="3190553"/>
            <a:ext cx="619339" cy="619340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07438312-D2E1-09FD-5BC8-4CC4519D846D}"/>
              </a:ext>
            </a:extLst>
          </p:cNvPr>
          <p:cNvSpPr/>
          <p:nvPr/>
        </p:nvSpPr>
        <p:spPr>
          <a:xfrm>
            <a:off x="5871825" y="4521511"/>
            <a:ext cx="619339" cy="619340"/>
          </a:xfrm>
          <a:prstGeom prst="ellipse">
            <a:avLst/>
          </a:prstGeom>
          <a:solidFill>
            <a:schemeClr val="accent2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F181A03-17E2-5B3B-DF38-900C30E71160}"/>
              </a:ext>
            </a:extLst>
          </p:cNvPr>
          <p:cNvSpPr/>
          <p:nvPr/>
        </p:nvSpPr>
        <p:spPr>
          <a:xfrm>
            <a:off x="7203173" y="1329500"/>
            <a:ext cx="619339" cy="619340"/>
          </a:xfrm>
          <a:prstGeom prst="ellipse">
            <a:avLst/>
          </a:prstGeom>
          <a:solidFill>
            <a:schemeClr val="accent1"/>
          </a:solidFill>
          <a:ln w="76200">
            <a:noFill/>
          </a:ln>
          <a:effectLst>
            <a:outerShdw blurRad="444500" dist="88900" dir="5400000" sx="94000" sy="94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c 24">
            <a:extLst>
              <a:ext uri="{FF2B5EF4-FFF2-40B4-BE49-F238E27FC236}">
                <a16:creationId xmlns:a16="http://schemas.microsoft.com/office/drawing/2014/main" id="{257A0B8B-8715-EAFB-15C0-E6732065BC9C}"/>
              </a:ext>
            </a:extLst>
          </p:cNvPr>
          <p:cNvSpPr/>
          <p:nvPr/>
        </p:nvSpPr>
        <p:spPr>
          <a:xfrm>
            <a:off x="6156665" y="2144048"/>
            <a:ext cx="2712357" cy="2712353"/>
          </a:xfrm>
          <a:prstGeom prst="arc">
            <a:avLst>
              <a:gd name="adj1" fmla="val 13314329"/>
              <a:gd name="adj2" fmla="val 8223678"/>
            </a:avLst>
          </a:prstGeom>
          <a:ln w="12700" cap="rnd">
            <a:solidFill>
              <a:srgbClr val="8A9AA8">
                <a:alpha val="54000"/>
              </a:srgb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B2B06DE6-712D-79B4-88BD-129CC1524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6008" y="2055692"/>
            <a:ext cx="309563" cy="309563"/>
          </a:xfrm>
          <a:prstGeom prst="rect">
            <a:avLst/>
          </a:prstGeom>
        </p:spPr>
      </p:pic>
      <p:pic>
        <p:nvPicPr>
          <p:cNvPr id="28" name="Graphic 27">
            <a:extLst>
              <a:ext uri="{FF2B5EF4-FFF2-40B4-BE49-F238E27FC236}">
                <a16:creationId xmlns:a16="http://schemas.microsoft.com/office/drawing/2014/main" id="{E295CD31-310F-2CB7-B1F0-AA680F803E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57394" y="1483722"/>
            <a:ext cx="310896" cy="310896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65872467-2AD6-1808-08E7-78B3848FE8F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64907" y="2055025"/>
            <a:ext cx="310896" cy="310896"/>
          </a:xfrm>
          <a:prstGeom prst="rect">
            <a:avLst/>
          </a:prstGeom>
        </p:spPr>
      </p:pic>
      <p:pic>
        <p:nvPicPr>
          <p:cNvPr id="30" name="Graphic 29">
            <a:extLst>
              <a:ext uri="{FF2B5EF4-FFF2-40B4-BE49-F238E27FC236}">
                <a16:creationId xmlns:a16="http://schemas.microsoft.com/office/drawing/2014/main" id="{0B05C0AA-FFD5-8A16-273E-2E9743231E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218446" y="3344775"/>
            <a:ext cx="310896" cy="310896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213C2BFD-4191-F6C4-0208-72BCD52CCDF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66473" y="4675733"/>
            <a:ext cx="310896" cy="310896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3CCDF2D4-D4DE-CB56-C0C7-C3DB01D68BB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357394" y="5227773"/>
            <a:ext cx="310896" cy="310896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E3CBD4DC-2697-1CF8-EC29-C2B169004FF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026046" y="4675733"/>
            <a:ext cx="310896" cy="310896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3CA1AAB1-FD0D-505B-6857-6E043FDBC7E6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6074" r="6250" b="6074"/>
          <a:stretch>
            <a:fillRect/>
          </a:stretch>
        </p:blipFill>
        <p:spPr>
          <a:xfrm>
            <a:off x="6695313" y="2682698"/>
            <a:ext cx="1635056" cy="1635052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450906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7976950-4C11-35D3-318E-6AB90584C973}"/>
              </a:ext>
            </a:extLst>
          </p:cNvPr>
          <p:cNvCxnSpPr>
            <a:cxnSpLocks/>
          </p:cNvCxnSpPr>
          <p:nvPr/>
        </p:nvCxnSpPr>
        <p:spPr>
          <a:xfrm>
            <a:off x="11161486" y="5817037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0EAABF3-82BC-BC73-11AD-E0AF1257844D}"/>
              </a:ext>
            </a:extLst>
          </p:cNvPr>
          <p:cNvCxnSpPr>
            <a:cxnSpLocks/>
          </p:cNvCxnSpPr>
          <p:nvPr/>
        </p:nvCxnSpPr>
        <p:spPr>
          <a:xfrm>
            <a:off x="11161483" y="5383649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C14DD5-B4BE-A887-A63C-064778AEDED1}"/>
              </a:ext>
            </a:extLst>
          </p:cNvPr>
          <p:cNvCxnSpPr>
            <a:cxnSpLocks/>
          </p:cNvCxnSpPr>
          <p:nvPr/>
        </p:nvCxnSpPr>
        <p:spPr>
          <a:xfrm>
            <a:off x="11166443" y="4953707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0321F2-F0F7-18C7-48C5-5703E5544BA8}"/>
              </a:ext>
            </a:extLst>
          </p:cNvPr>
          <p:cNvCxnSpPr>
            <a:cxnSpLocks/>
          </p:cNvCxnSpPr>
          <p:nvPr/>
        </p:nvCxnSpPr>
        <p:spPr>
          <a:xfrm>
            <a:off x="11166443" y="4516871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69CA3B1-F89B-58D2-D1A3-2AC5B10596B0}"/>
              </a:ext>
            </a:extLst>
          </p:cNvPr>
          <p:cNvCxnSpPr>
            <a:cxnSpLocks/>
          </p:cNvCxnSpPr>
          <p:nvPr/>
        </p:nvCxnSpPr>
        <p:spPr>
          <a:xfrm>
            <a:off x="11170411" y="4080035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5F3BD2F-7EF5-89C3-5B65-FA3E18F274C0}"/>
              </a:ext>
            </a:extLst>
          </p:cNvPr>
          <p:cNvCxnSpPr>
            <a:cxnSpLocks/>
          </p:cNvCxnSpPr>
          <p:nvPr/>
        </p:nvCxnSpPr>
        <p:spPr>
          <a:xfrm>
            <a:off x="11145611" y="3650093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17AAD74-A88F-66FA-F5BE-C9693BC22C1F}"/>
              </a:ext>
            </a:extLst>
          </p:cNvPr>
          <p:cNvCxnSpPr>
            <a:cxnSpLocks/>
          </p:cNvCxnSpPr>
          <p:nvPr/>
        </p:nvCxnSpPr>
        <p:spPr>
          <a:xfrm>
            <a:off x="11169419" y="3212388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D848EA-9637-D1CD-65FB-E4E45FC7CA13}"/>
              </a:ext>
            </a:extLst>
          </p:cNvPr>
          <p:cNvCxnSpPr>
            <a:cxnSpLocks/>
          </p:cNvCxnSpPr>
          <p:nvPr/>
        </p:nvCxnSpPr>
        <p:spPr>
          <a:xfrm>
            <a:off x="11169419" y="2783314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7F2AD1B-1E46-F486-7BFA-51CC7D87453B}"/>
              </a:ext>
            </a:extLst>
          </p:cNvPr>
          <p:cNvCxnSpPr/>
          <p:nvPr/>
        </p:nvCxnSpPr>
        <p:spPr>
          <a:xfrm>
            <a:off x="11154539" y="2374689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9" name="Group 38">
            <a:extLst>
              <a:ext uri="{FF2B5EF4-FFF2-40B4-BE49-F238E27FC236}">
                <a16:creationId xmlns:a16="http://schemas.microsoft.com/office/drawing/2014/main" id="{6915DC8D-3C36-12AC-8680-0778A210180D}"/>
              </a:ext>
            </a:extLst>
          </p:cNvPr>
          <p:cNvGrpSpPr/>
          <p:nvPr/>
        </p:nvGrpSpPr>
        <p:grpSpPr>
          <a:xfrm>
            <a:off x="502555" y="536422"/>
            <a:ext cx="4104029" cy="1156922"/>
            <a:chOff x="502555" y="536422"/>
            <a:chExt cx="4104029" cy="115692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BA5F5CD-A72C-EC6E-F38C-3998758BFBFF}"/>
                </a:ext>
              </a:extLst>
            </p:cNvPr>
            <p:cNvSpPr txBox="1"/>
            <p:nvPr/>
          </p:nvSpPr>
          <p:spPr>
            <a:xfrm>
              <a:off x="502556" y="536422"/>
              <a:ext cx="410402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  <a:latin typeface="+mj-lt"/>
                </a:rPr>
                <a:t>LOGISTIC REGRESSION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E8252E9-8BA4-F467-BBA1-F5CAAF134B68}"/>
                </a:ext>
              </a:extLst>
            </p:cNvPr>
            <p:cNvSpPr txBox="1"/>
            <p:nvPr/>
          </p:nvSpPr>
          <p:spPr>
            <a:xfrm>
              <a:off x="502555" y="1170124"/>
              <a:ext cx="2865485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  <a:latin typeface="+mj-lt"/>
                </a:rPr>
                <a:t>IMAGE MODEL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90A17DE-0FAC-53CB-EAFB-68FFB8FB6A90}"/>
              </a:ext>
            </a:extLst>
          </p:cNvPr>
          <p:cNvGraphicFramePr>
            <a:graphicFrameLocks noGrp="1"/>
          </p:cNvGraphicFramePr>
          <p:nvPr/>
        </p:nvGraphicFramePr>
        <p:xfrm>
          <a:off x="912044" y="1992089"/>
          <a:ext cx="9788610" cy="3847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8570">
                  <a:extLst>
                    <a:ext uri="{9D8B030D-6E8A-4147-A177-3AD203B41FA5}">
                      <a16:colId xmlns:a16="http://schemas.microsoft.com/office/drawing/2014/main" val="156700982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83541697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0418753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95075069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4192336695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262611681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349711921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25881043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139570506"/>
                    </a:ext>
                  </a:extLst>
                </a:gridCol>
              </a:tblGrid>
              <a:tr h="390952">
                <a:tc gridSpan="9"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Baseline Logistic Regression - EEG Classifier</a:t>
                      </a:r>
                      <a:endParaRPr lang="en-US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83607" marR="83607" marT="41803" marB="41803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16581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C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9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C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B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A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094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66147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1C12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89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1E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1E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D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5597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CB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81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30986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6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D54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97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2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4CB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282092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B6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6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D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B2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54714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B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89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D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88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31243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A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15A8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A5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38705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B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A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A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E2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6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EF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82705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endParaRPr lang="en-US" sz="7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6878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2E66B07-89DF-E1A1-0184-81827207BCE3}"/>
              </a:ext>
            </a:extLst>
          </p:cNvPr>
          <p:cNvSpPr txBox="1"/>
          <p:nvPr/>
        </p:nvSpPr>
        <p:spPr>
          <a:xfrm rot="16200000">
            <a:off x="36990" y="3813206"/>
            <a:ext cx="1185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 label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213F48C-9889-636D-DB38-5BB77858B74D}"/>
              </a:ext>
            </a:extLst>
          </p:cNvPr>
          <p:cNvSpPr/>
          <p:nvPr/>
        </p:nvSpPr>
        <p:spPr>
          <a:xfrm>
            <a:off x="11005911" y="2364396"/>
            <a:ext cx="228600" cy="3459006"/>
          </a:xfrm>
          <a:prstGeom prst="rect">
            <a:avLst/>
          </a:prstGeom>
          <a:gradFill>
            <a:gsLst>
              <a:gs pos="24462">
                <a:srgbClr val="7ED34E"/>
              </a:gs>
              <a:gs pos="87212">
                <a:srgbClr val="46327E"/>
              </a:gs>
              <a:gs pos="72000">
                <a:srgbClr val="2C738E"/>
              </a:gs>
              <a:gs pos="54000">
                <a:srgbClr val="27AD81"/>
              </a:gs>
              <a:gs pos="100000">
                <a:srgbClr val="46075A"/>
              </a:gs>
              <a:gs pos="0">
                <a:srgbClr val="F6E62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F4BC57-8E9D-0FFD-F9F7-5A8C97F18AD7}"/>
              </a:ext>
            </a:extLst>
          </p:cNvPr>
          <p:cNvSpPr txBox="1"/>
          <p:nvPr/>
        </p:nvSpPr>
        <p:spPr>
          <a:xfrm>
            <a:off x="11323411" y="568626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FBFB6D7-5A62-A3C4-4E4E-C73C93715FDE}"/>
              </a:ext>
            </a:extLst>
          </p:cNvPr>
          <p:cNvSpPr txBox="1"/>
          <p:nvPr/>
        </p:nvSpPr>
        <p:spPr>
          <a:xfrm>
            <a:off x="11323411" y="5256697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10C791-D9F5-A42F-E987-12418F70EB13}"/>
              </a:ext>
            </a:extLst>
          </p:cNvPr>
          <p:cNvSpPr txBox="1"/>
          <p:nvPr/>
        </p:nvSpPr>
        <p:spPr>
          <a:xfrm>
            <a:off x="11323411" y="4827123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40ED2B-A659-7E46-2456-4350C3B19A07}"/>
              </a:ext>
            </a:extLst>
          </p:cNvPr>
          <p:cNvSpPr txBox="1"/>
          <p:nvPr/>
        </p:nvSpPr>
        <p:spPr>
          <a:xfrm>
            <a:off x="11323411" y="439754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E1F90E-58A8-07D9-DEFB-CF9AF91B363E}"/>
              </a:ext>
            </a:extLst>
          </p:cNvPr>
          <p:cNvSpPr txBox="1"/>
          <p:nvPr/>
        </p:nvSpPr>
        <p:spPr>
          <a:xfrm>
            <a:off x="11323411" y="3967975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006171-35BF-C0D2-CCDE-0C74459AC883}"/>
              </a:ext>
            </a:extLst>
          </p:cNvPr>
          <p:cNvSpPr txBox="1"/>
          <p:nvPr/>
        </p:nvSpPr>
        <p:spPr>
          <a:xfrm>
            <a:off x="11323411" y="3538401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46A3E3B-19A8-BAD1-84AD-27183D6C56AF}"/>
              </a:ext>
            </a:extLst>
          </p:cNvPr>
          <p:cNvSpPr txBox="1"/>
          <p:nvPr/>
        </p:nvSpPr>
        <p:spPr>
          <a:xfrm>
            <a:off x="11323411" y="3108827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14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F742092-8362-2B79-8C82-B114CCE2435A}"/>
              </a:ext>
            </a:extLst>
          </p:cNvPr>
          <p:cNvSpPr txBox="1"/>
          <p:nvPr/>
        </p:nvSpPr>
        <p:spPr>
          <a:xfrm>
            <a:off x="11323411" y="2679253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F5E108-734A-A9BA-6AFD-2CE3AB74F138}"/>
              </a:ext>
            </a:extLst>
          </p:cNvPr>
          <p:cNvSpPr txBox="1"/>
          <p:nvPr/>
        </p:nvSpPr>
        <p:spPr>
          <a:xfrm>
            <a:off x="11323411" y="224967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18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A51500D-CDD6-3E8C-FF33-1EC829475FA6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7" name="Rectangle: Top Corners Rounded 6">
              <a:extLst>
                <a:ext uri="{FF2B5EF4-FFF2-40B4-BE49-F238E27FC236}">
                  <a16:creationId xmlns:a16="http://schemas.microsoft.com/office/drawing/2014/main" id="{8ACBCCE0-5A4A-8D7F-03B5-C4747F03A91C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EB446C8-456D-F149-04A4-3F2E97B704B1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Models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73EA89A-065F-206B-068D-A1B2862227D0}"/>
              </a:ext>
            </a:extLst>
          </p:cNvPr>
          <p:cNvGrpSpPr/>
          <p:nvPr/>
        </p:nvGrpSpPr>
        <p:grpSpPr>
          <a:xfrm>
            <a:off x="5442332" y="405973"/>
            <a:ext cx="1307337" cy="1307338"/>
            <a:chOff x="5110890" y="4165600"/>
            <a:chExt cx="2393566" cy="2393566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7C0243AB-B311-9F45-B7E5-B5CA966D8898}"/>
                </a:ext>
              </a:extLst>
            </p:cNvPr>
            <p:cNvSpPr/>
            <p:nvPr/>
          </p:nvSpPr>
          <p:spPr>
            <a:xfrm>
              <a:off x="5110890" y="4165600"/>
              <a:ext cx="2393566" cy="23935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30200" dist="342900" dir="5400000" sx="90000" sy="9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50" dirty="0">
                <a:latin typeface="+mj-lt"/>
              </a:endParaRPr>
            </a:p>
          </p:txBody>
        </p:sp>
        <p:sp>
          <p:nvSpPr>
            <p:cNvPr id="35" name="Pie 28">
              <a:extLst>
                <a:ext uri="{FF2B5EF4-FFF2-40B4-BE49-F238E27FC236}">
                  <a16:creationId xmlns:a16="http://schemas.microsoft.com/office/drawing/2014/main" id="{CEC20A0B-9754-3276-122A-3119A2E0A935}"/>
                </a:ext>
              </a:extLst>
            </p:cNvPr>
            <p:cNvSpPr/>
            <p:nvPr/>
          </p:nvSpPr>
          <p:spPr>
            <a:xfrm>
              <a:off x="5292811" y="4347521"/>
              <a:ext cx="2029724" cy="2029725"/>
            </a:xfrm>
            <a:prstGeom prst="pie">
              <a:avLst>
                <a:gd name="adj1" fmla="val 7101081"/>
                <a:gd name="adj2" fmla="val 6848926"/>
              </a:avLst>
            </a:prstGeom>
            <a:solidFill>
              <a:schemeClr val="bg2">
                <a:alpha val="6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50" dirty="0">
                <a:latin typeface="+mj-lt"/>
              </a:endParaRPr>
            </a:p>
          </p:txBody>
        </p:sp>
        <p:sp>
          <p:nvSpPr>
            <p:cNvPr id="36" name="Pie 29">
              <a:extLst>
                <a:ext uri="{FF2B5EF4-FFF2-40B4-BE49-F238E27FC236}">
                  <a16:creationId xmlns:a16="http://schemas.microsoft.com/office/drawing/2014/main" id="{880EC749-6E7F-5C19-1BC0-0A32C938083F}"/>
                </a:ext>
              </a:extLst>
            </p:cNvPr>
            <p:cNvSpPr/>
            <p:nvPr/>
          </p:nvSpPr>
          <p:spPr>
            <a:xfrm>
              <a:off x="5292811" y="4347521"/>
              <a:ext cx="2029724" cy="2029724"/>
            </a:xfrm>
            <a:prstGeom prst="pie">
              <a:avLst>
                <a:gd name="adj1" fmla="val 5403163"/>
                <a:gd name="adj2" fmla="val 10009395"/>
              </a:avLst>
            </a:prstGeom>
            <a:solidFill>
              <a:schemeClr val="accent2"/>
            </a:solidFill>
            <a:ln w="38100">
              <a:noFill/>
            </a:ln>
            <a:effectLst>
              <a:outerShdw blurRad="381000" dist="444500" dir="8100000" sx="90000" sy="90000" algn="tr" rotWithShape="0">
                <a:schemeClr val="accent2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b="1" dirty="0">
                <a:latin typeface="+mj-lt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5153590A-C247-F1E3-0B19-FEA09808D9F1}"/>
                </a:ext>
              </a:extLst>
            </p:cNvPr>
            <p:cNvSpPr/>
            <p:nvPr/>
          </p:nvSpPr>
          <p:spPr>
            <a:xfrm>
              <a:off x="5617918" y="4672628"/>
              <a:ext cx="1379510" cy="1379510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en-US" sz="100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E15338-E98B-0825-F967-3645E048AC68}"/>
                </a:ext>
              </a:extLst>
            </p:cNvPr>
            <p:cNvSpPr txBox="1"/>
            <p:nvPr/>
          </p:nvSpPr>
          <p:spPr>
            <a:xfrm>
              <a:off x="5598603" y="5054240"/>
              <a:ext cx="1418140" cy="619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  <a:latin typeface="+mj-lt"/>
                </a:rPr>
                <a:t>20.2%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7A9586FD-5B82-ADF1-041E-5292C8E83389}"/>
              </a:ext>
            </a:extLst>
          </p:cNvPr>
          <p:cNvCxnSpPr>
            <a:cxnSpLocks/>
          </p:cNvCxnSpPr>
          <p:nvPr/>
        </p:nvCxnSpPr>
        <p:spPr>
          <a:xfrm>
            <a:off x="4880921" y="547569"/>
            <a:ext cx="0" cy="10241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3228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20A23-6386-C08F-2011-246B3926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D530A7-D2C9-501E-8A19-987AC6698E38}"/>
              </a:ext>
            </a:extLst>
          </p:cNvPr>
          <p:cNvCxnSpPr>
            <a:cxnSpLocks/>
          </p:cNvCxnSpPr>
          <p:nvPr/>
        </p:nvCxnSpPr>
        <p:spPr>
          <a:xfrm>
            <a:off x="11161486" y="5817037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217A71F-E6A7-43DE-542B-D73A2608552C}"/>
              </a:ext>
            </a:extLst>
          </p:cNvPr>
          <p:cNvCxnSpPr>
            <a:cxnSpLocks/>
          </p:cNvCxnSpPr>
          <p:nvPr/>
        </p:nvCxnSpPr>
        <p:spPr>
          <a:xfrm>
            <a:off x="11161483" y="5383649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2E563D6-43C1-F37B-BAC3-08E2F9B9F879}"/>
              </a:ext>
            </a:extLst>
          </p:cNvPr>
          <p:cNvCxnSpPr>
            <a:cxnSpLocks/>
          </p:cNvCxnSpPr>
          <p:nvPr/>
        </p:nvCxnSpPr>
        <p:spPr>
          <a:xfrm>
            <a:off x="11166443" y="4953707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364D8F-2FCB-BE62-0DBF-BC0262D2DA95}"/>
              </a:ext>
            </a:extLst>
          </p:cNvPr>
          <p:cNvCxnSpPr>
            <a:cxnSpLocks/>
          </p:cNvCxnSpPr>
          <p:nvPr/>
        </p:nvCxnSpPr>
        <p:spPr>
          <a:xfrm>
            <a:off x="11166443" y="4516871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9DE43CA-1DD6-5BA4-A7A7-88EC1BCDC900}"/>
              </a:ext>
            </a:extLst>
          </p:cNvPr>
          <p:cNvCxnSpPr>
            <a:cxnSpLocks/>
          </p:cNvCxnSpPr>
          <p:nvPr/>
        </p:nvCxnSpPr>
        <p:spPr>
          <a:xfrm>
            <a:off x="11170411" y="4080035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20F9E91-1ECE-3873-FC48-F198EB42EC29}"/>
              </a:ext>
            </a:extLst>
          </p:cNvPr>
          <p:cNvCxnSpPr>
            <a:cxnSpLocks/>
          </p:cNvCxnSpPr>
          <p:nvPr/>
        </p:nvCxnSpPr>
        <p:spPr>
          <a:xfrm>
            <a:off x="11145611" y="3650093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BC5523-E844-C352-4DE8-A0C54D111952}"/>
              </a:ext>
            </a:extLst>
          </p:cNvPr>
          <p:cNvCxnSpPr>
            <a:cxnSpLocks/>
          </p:cNvCxnSpPr>
          <p:nvPr/>
        </p:nvCxnSpPr>
        <p:spPr>
          <a:xfrm>
            <a:off x="11169419" y="3212388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37BEBCC-A6ED-FCA5-5D95-638FB113ACE4}"/>
              </a:ext>
            </a:extLst>
          </p:cNvPr>
          <p:cNvCxnSpPr>
            <a:cxnSpLocks/>
          </p:cNvCxnSpPr>
          <p:nvPr/>
        </p:nvCxnSpPr>
        <p:spPr>
          <a:xfrm>
            <a:off x="11169419" y="2783314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F6F922C-35E9-FDE1-CCB9-6F380D0728AD}"/>
              </a:ext>
            </a:extLst>
          </p:cNvPr>
          <p:cNvCxnSpPr/>
          <p:nvPr/>
        </p:nvCxnSpPr>
        <p:spPr>
          <a:xfrm>
            <a:off x="11154539" y="2374689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01D13B57-EFE3-F3C9-B991-DA3B2550400C}"/>
              </a:ext>
            </a:extLst>
          </p:cNvPr>
          <p:cNvSpPr txBox="1"/>
          <p:nvPr/>
        </p:nvSpPr>
        <p:spPr>
          <a:xfrm>
            <a:off x="502555" y="536422"/>
            <a:ext cx="8612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</a:rPr>
              <a:t>XGBOOST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EE4579-57FF-F798-55F3-0D47F14B8A3B}"/>
              </a:ext>
            </a:extLst>
          </p:cNvPr>
          <p:cNvSpPr txBox="1"/>
          <p:nvPr/>
        </p:nvSpPr>
        <p:spPr>
          <a:xfrm>
            <a:off x="502555" y="1170124"/>
            <a:ext cx="8612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</a:rPr>
              <a:t>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8678CA-825B-0D92-9A7D-006C23BECAE5}"/>
              </a:ext>
            </a:extLst>
          </p:cNvPr>
          <p:cNvGraphicFramePr>
            <a:graphicFrameLocks noGrp="1"/>
          </p:cNvGraphicFramePr>
          <p:nvPr/>
        </p:nvGraphicFramePr>
        <p:xfrm>
          <a:off x="912044" y="1992089"/>
          <a:ext cx="9788610" cy="3847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8570">
                  <a:extLst>
                    <a:ext uri="{9D8B030D-6E8A-4147-A177-3AD203B41FA5}">
                      <a16:colId xmlns:a16="http://schemas.microsoft.com/office/drawing/2014/main" val="156700982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83541697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0418753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95075069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4192336695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262611681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349711921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25881043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139570506"/>
                    </a:ext>
                  </a:extLst>
                </a:gridCol>
              </a:tblGrid>
              <a:tr h="390952">
                <a:tc gridSpan="9">
                  <a:txBody>
                    <a:bodyPr/>
                    <a:lstStyle/>
                    <a:p>
                      <a:pPr algn="ctr"/>
                      <a:r>
                        <a:rPr lang="fr-FR" sz="18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Confusion Matrix - </a:t>
                      </a:r>
                      <a:r>
                        <a:rPr lang="fr-FR" sz="1800" b="1" i="0" kern="1200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Optimized</a:t>
                      </a:r>
                      <a:r>
                        <a:rPr lang="fr-FR" sz="18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fr-FR" sz="1800" b="1" i="0" kern="1200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fr-FR" sz="18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EEG Classifier</a:t>
                      </a:r>
                      <a:endParaRPr lang="en-US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83607" marR="83607" marT="41803" marB="41803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16581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D8A5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55D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5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66147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5D73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5597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9A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30986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7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87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A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282092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A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E9A8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A52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54714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4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F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BA7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C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31243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91D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858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8A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8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38705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B74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68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O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1E51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82705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endParaRPr lang="en-US" sz="7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6878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73EB90-4233-4166-5951-EC304F385AD5}"/>
              </a:ext>
            </a:extLst>
          </p:cNvPr>
          <p:cNvSpPr txBox="1"/>
          <p:nvPr/>
        </p:nvSpPr>
        <p:spPr>
          <a:xfrm rot="16200000">
            <a:off x="36990" y="3813206"/>
            <a:ext cx="1185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 label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75617CE-5FED-42A1-4771-AE3E93709A81}"/>
              </a:ext>
            </a:extLst>
          </p:cNvPr>
          <p:cNvSpPr/>
          <p:nvPr/>
        </p:nvSpPr>
        <p:spPr>
          <a:xfrm>
            <a:off x="11005911" y="1976054"/>
            <a:ext cx="228600" cy="3847348"/>
          </a:xfrm>
          <a:prstGeom prst="rect">
            <a:avLst/>
          </a:prstGeom>
          <a:gradFill>
            <a:gsLst>
              <a:gs pos="24462">
                <a:srgbClr val="7ED34E"/>
              </a:gs>
              <a:gs pos="87212">
                <a:srgbClr val="46327E"/>
              </a:gs>
              <a:gs pos="72000">
                <a:srgbClr val="2C738E"/>
              </a:gs>
              <a:gs pos="54000">
                <a:srgbClr val="27AD81"/>
              </a:gs>
              <a:gs pos="100000">
                <a:srgbClr val="46075A"/>
              </a:gs>
              <a:gs pos="0">
                <a:srgbClr val="F6E62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735274C-B557-D622-9088-B14B9EC6773F}"/>
              </a:ext>
            </a:extLst>
          </p:cNvPr>
          <p:cNvSpPr txBox="1"/>
          <p:nvPr/>
        </p:nvSpPr>
        <p:spPr>
          <a:xfrm>
            <a:off x="11323411" y="568626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C57778-0C0D-863B-0BBF-F8954D8F9CC8}"/>
              </a:ext>
            </a:extLst>
          </p:cNvPr>
          <p:cNvSpPr txBox="1"/>
          <p:nvPr/>
        </p:nvSpPr>
        <p:spPr>
          <a:xfrm>
            <a:off x="11323411" y="5256697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B1B805-6999-87D0-CC1F-3DD2322A25C6}"/>
              </a:ext>
            </a:extLst>
          </p:cNvPr>
          <p:cNvSpPr txBox="1"/>
          <p:nvPr/>
        </p:nvSpPr>
        <p:spPr>
          <a:xfrm>
            <a:off x="11323411" y="4827123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B47283-FCF0-8A96-04A7-9167E6AFABFE}"/>
              </a:ext>
            </a:extLst>
          </p:cNvPr>
          <p:cNvSpPr txBox="1"/>
          <p:nvPr/>
        </p:nvSpPr>
        <p:spPr>
          <a:xfrm>
            <a:off x="11323411" y="439754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C0030E-3C78-F8D1-5FB0-AA470432C10B}"/>
              </a:ext>
            </a:extLst>
          </p:cNvPr>
          <p:cNvSpPr txBox="1"/>
          <p:nvPr/>
        </p:nvSpPr>
        <p:spPr>
          <a:xfrm>
            <a:off x="11323411" y="3967975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20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1258BF-E4A4-92B2-816D-99F76FFC42FE}"/>
              </a:ext>
            </a:extLst>
          </p:cNvPr>
          <p:cNvSpPr txBox="1"/>
          <p:nvPr/>
        </p:nvSpPr>
        <p:spPr>
          <a:xfrm>
            <a:off x="11323411" y="3538401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25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F1386BB-0EDF-9D93-C4A9-394298E4BADD}"/>
              </a:ext>
            </a:extLst>
          </p:cNvPr>
          <p:cNvSpPr txBox="1"/>
          <p:nvPr/>
        </p:nvSpPr>
        <p:spPr>
          <a:xfrm>
            <a:off x="11323411" y="3108827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11CECE-6F76-A2DF-3F74-62F55BA5420B}"/>
              </a:ext>
            </a:extLst>
          </p:cNvPr>
          <p:cNvSpPr txBox="1"/>
          <p:nvPr/>
        </p:nvSpPr>
        <p:spPr>
          <a:xfrm>
            <a:off x="11323411" y="2679253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35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723BCC-20A9-F303-B67F-69F34233BA9F}"/>
              </a:ext>
            </a:extLst>
          </p:cNvPr>
          <p:cNvSpPr txBox="1"/>
          <p:nvPr/>
        </p:nvSpPr>
        <p:spPr>
          <a:xfrm>
            <a:off x="11323411" y="224967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40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AC84BE2-27B3-256F-224F-D4CA3B160947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29" name="Rectangle: Top Corners Rounded 28">
              <a:extLst>
                <a:ext uri="{FF2B5EF4-FFF2-40B4-BE49-F238E27FC236}">
                  <a16:creationId xmlns:a16="http://schemas.microsoft.com/office/drawing/2014/main" id="{FC4BD6D3-9102-D4A9-5B8F-4E02951A1C85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F4B4678-82DE-5F39-87D7-A4534F428A16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Models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F2165CAA-C5FF-82B1-1268-9F53F885383C}"/>
              </a:ext>
            </a:extLst>
          </p:cNvPr>
          <p:cNvGrpSpPr/>
          <p:nvPr/>
        </p:nvGrpSpPr>
        <p:grpSpPr>
          <a:xfrm>
            <a:off x="3369692" y="405973"/>
            <a:ext cx="1307337" cy="1307338"/>
            <a:chOff x="5110890" y="4165600"/>
            <a:chExt cx="2393566" cy="2393566"/>
          </a:xfrm>
        </p:grpSpPr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DC6B198-D47E-46BE-68A0-11C60A4063E9}"/>
                </a:ext>
              </a:extLst>
            </p:cNvPr>
            <p:cNvSpPr/>
            <p:nvPr/>
          </p:nvSpPr>
          <p:spPr>
            <a:xfrm>
              <a:off x="5110890" y="4165600"/>
              <a:ext cx="2393566" cy="23935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30200" dist="342900" dir="5400000" sx="90000" sy="9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50" dirty="0">
                <a:latin typeface="+mj-lt"/>
              </a:endParaRPr>
            </a:p>
          </p:txBody>
        </p:sp>
        <p:sp>
          <p:nvSpPr>
            <p:cNvPr id="37" name="Pie 28">
              <a:extLst>
                <a:ext uri="{FF2B5EF4-FFF2-40B4-BE49-F238E27FC236}">
                  <a16:creationId xmlns:a16="http://schemas.microsoft.com/office/drawing/2014/main" id="{BE9B0A55-5EB5-CD31-ADF6-DD6B500DFF67}"/>
                </a:ext>
              </a:extLst>
            </p:cNvPr>
            <p:cNvSpPr/>
            <p:nvPr/>
          </p:nvSpPr>
          <p:spPr>
            <a:xfrm>
              <a:off x="5292811" y="4347521"/>
              <a:ext cx="2029724" cy="2029725"/>
            </a:xfrm>
            <a:prstGeom prst="pie">
              <a:avLst>
                <a:gd name="adj1" fmla="val 7101081"/>
                <a:gd name="adj2" fmla="val 6848926"/>
              </a:avLst>
            </a:prstGeom>
            <a:solidFill>
              <a:schemeClr val="bg2">
                <a:alpha val="6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50" dirty="0">
                <a:latin typeface="+mj-lt"/>
              </a:endParaRPr>
            </a:p>
          </p:txBody>
        </p:sp>
        <p:sp>
          <p:nvSpPr>
            <p:cNvPr id="38" name="Pie 29">
              <a:extLst>
                <a:ext uri="{FF2B5EF4-FFF2-40B4-BE49-F238E27FC236}">
                  <a16:creationId xmlns:a16="http://schemas.microsoft.com/office/drawing/2014/main" id="{F4D0CCE7-0DA5-DE29-CD0A-104492EFC806}"/>
                </a:ext>
              </a:extLst>
            </p:cNvPr>
            <p:cNvSpPr/>
            <p:nvPr/>
          </p:nvSpPr>
          <p:spPr>
            <a:xfrm>
              <a:off x="5292811" y="4347521"/>
              <a:ext cx="2029724" cy="2029724"/>
            </a:xfrm>
            <a:prstGeom prst="pie">
              <a:avLst>
                <a:gd name="adj1" fmla="val 5403427"/>
                <a:gd name="adj2" fmla="val 16208670"/>
              </a:avLst>
            </a:prstGeom>
            <a:solidFill>
              <a:schemeClr val="accent2"/>
            </a:solidFill>
            <a:ln w="38100">
              <a:noFill/>
            </a:ln>
            <a:effectLst>
              <a:outerShdw blurRad="381000" dist="444500" dir="8100000" sx="90000" sy="90000" algn="tr" rotWithShape="0">
                <a:schemeClr val="accent2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b="1" dirty="0">
                <a:latin typeface="+mj-lt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7857487-250B-D071-063C-FF92873D4F9B}"/>
                </a:ext>
              </a:extLst>
            </p:cNvPr>
            <p:cNvSpPr/>
            <p:nvPr/>
          </p:nvSpPr>
          <p:spPr>
            <a:xfrm>
              <a:off x="5617918" y="4672628"/>
              <a:ext cx="1379510" cy="1379510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en-US" sz="100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B3736D6-8585-C7DB-2DB9-B5F63EC40376}"/>
                </a:ext>
              </a:extLst>
            </p:cNvPr>
            <p:cNvSpPr txBox="1"/>
            <p:nvPr/>
          </p:nvSpPr>
          <p:spPr>
            <a:xfrm>
              <a:off x="5740944" y="5054240"/>
              <a:ext cx="1133456" cy="619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  <a:latin typeface="+mj-lt"/>
                </a:rPr>
                <a:t>50%</a:t>
              </a:r>
            </a:p>
          </p:txBody>
        </p:sp>
      </p:grp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EE5996E-38DE-3511-CFFB-F559FECA7F03}"/>
              </a:ext>
            </a:extLst>
          </p:cNvPr>
          <p:cNvCxnSpPr>
            <a:cxnSpLocks/>
          </p:cNvCxnSpPr>
          <p:nvPr/>
        </p:nvCxnSpPr>
        <p:spPr>
          <a:xfrm>
            <a:off x="2907341" y="547569"/>
            <a:ext cx="0" cy="10241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6024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C2B9C-0F54-E22C-8DA3-182FD737C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E81748-7887-6D7E-DB6A-EFDF8C009184}"/>
              </a:ext>
            </a:extLst>
          </p:cNvPr>
          <p:cNvSpPr txBox="1"/>
          <p:nvPr/>
        </p:nvSpPr>
        <p:spPr>
          <a:xfrm>
            <a:off x="502555" y="536422"/>
            <a:ext cx="8612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EEG TCNET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A0B4DA-432D-1930-193A-F7F3E70CE0B8}"/>
              </a:ext>
            </a:extLst>
          </p:cNvPr>
          <p:cNvSpPr txBox="1"/>
          <p:nvPr/>
        </p:nvSpPr>
        <p:spPr>
          <a:xfrm>
            <a:off x="502555" y="1170124"/>
            <a:ext cx="861256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MODEL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94E47EF-0B9B-349E-A307-A51E58303D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216624"/>
              </p:ext>
            </p:extLst>
          </p:nvPr>
        </p:nvGraphicFramePr>
        <p:xfrm>
          <a:off x="912044" y="1955800"/>
          <a:ext cx="9788610" cy="39095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8570">
                  <a:extLst>
                    <a:ext uri="{9D8B030D-6E8A-4147-A177-3AD203B41FA5}">
                      <a16:colId xmlns:a16="http://schemas.microsoft.com/office/drawing/2014/main" val="156700982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83541697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0418753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95075069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4192336695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262611681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349711921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25881043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139570506"/>
                    </a:ext>
                  </a:extLst>
                </a:gridCol>
              </a:tblGrid>
              <a:tr h="397275">
                <a:tc gridSpan="9"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Confusion Matrix - EEG-</a:t>
                      </a:r>
                      <a:r>
                        <a:rPr lang="en-US" sz="1800" b="1" i="0" kern="1200" dirty="0" err="1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TCNet</a:t>
                      </a:r>
                      <a:r>
                        <a:rPr lang="en-US" sz="18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Classifier</a:t>
                      </a:r>
                      <a:endParaRPr lang="en-US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83607" marR="83607" marT="41803" marB="41803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16581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680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67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65A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8A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66147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7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5597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9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090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30986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4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64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28A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6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282092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5D7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C4E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54714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89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66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31243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20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B7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2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8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38705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1428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1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E6C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85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86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BD5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82705"/>
                  </a:ext>
                </a:extLst>
              </a:tr>
              <a:tr h="390255">
                <a:tc>
                  <a:txBody>
                    <a:bodyPr/>
                    <a:lstStyle/>
                    <a:p>
                      <a:pPr algn="r"/>
                      <a:endParaRPr lang="en-US" sz="7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6878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F80A681-BC9A-39A9-06BE-377940AB884F}"/>
              </a:ext>
            </a:extLst>
          </p:cNvPr>
          <p:cNvSpPr txBox="1"/>
          <p:nvPr/>
        </p:nvSpPr>
        <p:spPr>
          <a:xfrm rot="16200000">
            <a:off x="36990" y="3813206"/>
            <a:ext cx="1185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 label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69E6316-B317-0231-8CF9-FD8EEB4AF8AF}"/>
              </a:ext>
            </a:extLst>
          </p:cNvPr>
          <p:cNvCxnSpPr>
            <a:cxnSpLocks/>
          </p:cNvCxnSpPr>
          <p:nvPr/>
        </p:nvCxnSpPr>
        <p:spPr>
          <a:xfrm>
            <a:off x="11161486" y="5817037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C687783-1F6E-1D55-8174-54B2D541DE68}"/>
              </a:ext>
            </a:extLst>
          </p:cNvPr>
          <p:cNvCxnSpPr>
            <a:cxnSpLocks/>
          </p:cNvCxnSpPr>
          <p:nvPr/>
        </p:nvCxnSpPr>
        <p:spPr>
          <a:xfrm>
            <a:off x="11161483" y="5383649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3B9647-5807-E389-0CA4-E0EB42EE20F7}"/>
              </a:ext>
            </a:extLst>
          </p:cNvPr>
          <p:cNvCxnSpPr>
            <a:cxnSpLocks/>
          </p:cNvCxnSpPr>
          <p:nvPr/>
        </p:nvCxnSpPr>
        <p:spPr>
          <a:xfrm>
            <a:off x="11166443" y="4953707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28A8D7B3-A2B5-81F5-2F9E-5CC7A26EDA5E}"/>
              </a:ext>
            </a:extLst>
          </p:cNvPr>
          <p:cNvCxnSpPr>
            <a:cxnSpLocks/>
          </p:cNvCxnSpPr>
          <p:nvPr/>
        </p:nvCxnSpPr>
        <p:spPr>
          <a:xfrm>
            <a:off x="11166443" y="4516871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5BED0A6-88E3-95FF-5931-20FFC80CB3AF}"/>
              </a:ext>
            </a:extLst>
          </p:cNvPr>
          <p:cNvCxnSpPr>
            <a:cxnSpLocks/>
          </p:cNvCxnSpPr>
          <p:nvPr/>
        </p:nvCxnSpPr>
        <p:spPr>
          <a:xfrm>
            <a:off x="11170411" y="4080035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B77C680-104E-51FA-E4BB-10E9202B113E}"/>
              </a:ext>
            </a:extLst>
          </p:cNvPr>
          <p:cNvCxnSpPr>
            <a:cxnSpLocks/>
          </p:cNvCxnSpPr>
          <p:nvPr/>
        </p:nvCxnSpPr>
        <p:spPr>
          <a:xfrm>
            <a:off x="11145611" y="3650093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F574118-0733-0E9F-AB54-7E4A56ABD36E}"/>
              </a:ext>
            </a:extLst>
          </p:cNvPr>
          <p:cNvCxnSpPr>
            <a:cxnSpLocks/>
          </p:cNvCxnSpPr>
          <p:nvPr/>
        </p:nvCxnSpPr>
        <p:spPr>
          <a:xfrm>
            <a:off x="11169419" y="3212388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544A6CC-D34F-D1A3-FBCF-2EF3B8BA4DD8}"/>
              </a:ext>
            </a:extLst>
          </p:cNvPr>
          <p:cNvCxnSpPr>
            <a:cxnSpLocks/>
          </p:cNvCxnSpPr>
          <p:nvPr/>
        </p:nvCxnSpPr>
        <p:spPr>
          <a:xfrm>
            <a:off x="11169419" y="2783314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8254F84-4F37-D9CE-5A97-7A3DE8184C09}"/>
              </a:ext>
            </a:extLst>
          </p:cNvPr>
          <p:cNvCxnSpPr/>
          <p:nvPr/>
        </p:nvCxnSpPr>
        <p:spPr>
          <a:xfrm>
            <a:off x="11154539" y="2374689"/>
            <a:ext cx="1778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05F66931-B12E-3596-339C-1AFC6A6EBD08}"/>
              </a:ext>
            </a:extLst>
          </p:cNvPr>
          <p:cNvSpPr txBox="1"/>
          <p:nvPr/>
        </p:nvSpPr>
        <p:spPr>
          <a:xfrm>
            <a:off x="11323411" y="568626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FB1161B-CBAF-8066-FAB5-3674E5A82394}"/>
              </a:ext>
            </a:extLst>
          </p:cNvPr>
          <p:cNvSpPr txBox="1"/>
          <p:nvPr/>
        </p:nvSpPr>
        <p:spPr>
          <a:xfrm>
            <a:off x="11323411" y="5256697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245AFE5-AA07-AA25-9665-797DDC9998C3}"/>
              </a:ext>
            </a:extLst>
          </p:cNvPr>
          <p:cNvSpPr txBox="1"/>
          <p:nvPr/>
        </p:nvSpPr>
        <p:spPr>
          <a:xfrm>
            <a:off x="11323411" y="4827123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1C4C10-0489-0788-9950-F7824FC184C9}"/>
              </a:ext>
            </a:extLst>
          </p:cNvPr>
          <p:cNvSpPr txBox="1"/>
          <p:nvPr/>
        </p:nvSpPr>
        <p:spPr>
          <a:xfrm>
            <a:off x="11323411" y="439754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15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7553E81-E333-2399-D5FE-EC683CFC87B5}"/>
              </a:ext>
            </a:extLst>
          </p:cNvPr>
          <p:cNvSpPr txBox="1"/>
          <p:nvPr/>
        </p:nvSpPr>
        <p:spPr>
          <a:xfrm>
            <a:off x="11323411" y="3967975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0EA11A5-C3D7-A622-8042-305822BD7964}"/>
              </a:ext>
            </a:extLst>
          </p:cNvPr>
          <p:cNvSpPr txBox="1"/>
          <p:nvPr/>
        </p:nvSpPr>
        <p:spPr>
          <a:xfrm>
            <a:off x="11323411" y="3538401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25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2117241-475A-437D-3585-ECFC984C7D3F}"/>
              </a:ext>
            </a:extLst>
          </p:cNvPr>
          <p:cNvSpPr txBox="1"/>
          <p:nvPr/>
        </p:nvSpPr>
        <p:spPr>
          <a:xfrm>
            <a:off x="11323411" y="3108827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30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A9F11F3-FF64-27A2-8180-DE3471F9C0F5}"/>
              </a:ext>
            </a:extLst>
          </p:cNvPr>
          <p:cNvSpPr txBox="1"/>
          <p:nvPr/>
        </p:nvSpPr>
        <p:spPr>
          <a:xfrm>
            <a:off x="11323411" y="2679253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35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B77D38B-EB55-4337-FB68-D6CBC4FC3AE1}"/>
              </a:ext>
            </a:extLst>
          </p:cNvPr>
          <p:cNvSpPr txBox="1"/>
          <p:nvPr/>
        </p:nvSpPr>
        <p:spPr>
          <a:xfrm>
            <a:off x="11323411" y="2249679"/>
            <a:ext cx="422273" cy="24622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US" sz="1000" dirty="0"/>
              <a:t>40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44162B-319C-2BA0-1754-C8FDDC01EBCB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56C8DB05-3E75-37DC-82D8-A7DBC4212FB8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6E70E61-26F1-12D6-88B9-476F482A5997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Models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F2C90466-6AB3-75C8-F451-53D2420E9A7A}"/>
              </a:ext>
            </a:extLst>
          </p:cNvPr>
          <p:cNvGrpSpPr/>
          <p:nvPr/>
        </p:nvGrpSpPr>
        <p:grpSpPr>
          <a:xfrm>
            <a:off x="3369692" y="405973"/>
            <a:ext cx="1307337" cy="1307338"/>
            <a:chOff x="5110890" y="4165600"/>
            <a:chExt cx="2393566" cy="2393566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56CDF06-BE5E-3300-A851-6E82086886D5}"/>
                </a:ext>
              </a:extLst>
            </p:cNvPr>
            <p:cNvSpPr/>
            <p:nvPr/>
          </p:nvSpPr>
          <p:spPr>
            <a:xfrm>
              <a:off x="5110890" y="4165600"/>
              <a:ext cx="2393566" cy="23935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30200" dist="342900" dir="5400000" sx="90000" sy="9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50" dirty="0">
                <a:latin typeface="+mj-lt"/>
              </a:endParaRPr>
            </a:p>
          </p:txBody>
        </p:sp>
        <p:sp>
          <p:nvSpPr>
            <p:cNvPr id="20" name="Pie 28">
              <a:extLst>
                <a:ext uri="{FF2B5EF4-FFF2-40B4-BE49-F238E27FC236}">
                  <a16:creationId xmlns:a16="http://schemas.microsoft.com/office/drawing/2014/main" id="{C6E6AF50-A902-C63B-DD1C-2B4F88A7A56E}"/>
                </a:ext>
              </a:extLst>
            </p:cNvPr>
            <p:cNvSpPr/>
            <p:nvPr/>
          </p:nvSpPr>
          <p:spPr>
            <a:xfrm>
              <a:off x="5292811" y="4347521"/>
              <a:ext cx="2029724" cy="2029725"/>
            </a:xfrm>
            <a:prstGeom prst="pie">
              <a:avLst>
                <a:gd name="adj1" fmla="val 7101081"/>
                <a:gd name="adj2" fmla="val 6848926"/>
              </a:avLst>
            </a:prstGeom>
            <a:solidFill>
              <a:schemeClr val="bg2">
                <a:alpha val="60000"/>
              </a:schemeClr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50" dirty="0">
                <a:latin typeface="+mj-lt"/>
              </a:endParaRPr>
            </a:p>
          </p:txBody>
        </p:sp>
        <p:sp>
          <p:nvSpPr>
            <p:cNvPr id="21" name="Pie 29">
              <a:extLst>
                <a:ext uri="{FF2B5EF4-FFF2-40B4-BE49-F238E27FC236}">
                  <a16:creationId xmlns:a16="http://schemas.microsoft.com/office/drawing/2014/main" id="{5C573143-A3DA-DCB8-1C85-1912FE0AB8A9}"/>
                </a:ext>
              </a:extLst>
            </p:cNvPr>
            <p:cNvSpPr/>
            <p:nvPr/>
          </p:nvSpPr>
          <p:spPr>
            <a:xfrm>
              <a:off x="5292811" y="4347521"/>
              <a:ext cx="2029724" cy="2029724"/>
            </a:xfrm>
            <a:prstGeom prst="pie">
              <a:avLst>
                <a:gd name="adj1" fmla="val 5354138"/>
                <a:gd name="adj2" fmla="val 16281047"/>
              </a:avLst>
            </a:prstGeom>
            <a:solidFill>
              <a:schemeClr val="accent2"/>
            </a:solidFill>
            <a:ln w="38100">
              <a:noFill/>
            </a:ln>
            <a:effectLst>
              <a:outerShdw blurRad="381000" dist="444500" dir="8100000" sx="90000" sy="90000" algn="tr" rotWithShape="0">
                <a:schemeClr val="accent2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b="1" dirty="0">
                <a:latin typeface="+mj-lt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C102C3D-FEEA-2E5C-3C2A-1D0C8D755824}"/>
                </a:ext>
              </a:extLst>
            </p:cNvPr>
            <p:cNvSpPr/>
            <p:nvPr/>
          </p:nvSpPr>
          <p:spPr>
            <a:xfrm>
              <a:off x="5617918" y="4672628"/>
              <a:ext cx="1379510" cy="1379510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en-US" sz="100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A9AA090-18F1-F815-4F36-C20C1C2110DB}"/>
                </a:ext>
              </a:extLst>
            </p:cNvPr>
            <p:cNvSpPr txBox="1"/>
            <p:nvPr/>
          </p:nvSpPr>
          <p:spPr>
            <a:xfrm>
              <a:off x="5795240" y="5054240"/>
              <a:ext cx="1024865" cy="619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chemeClr val="accent2"/>
                  </a:solidFill>
                  <a:latin typeface="+mj-lt"/>
                </a:rPr>
                <a:t>51%</a:t>
              </a: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CCBB7BB-82EE-04B4-5538-802395848429}"/>
              </a:ext>
            </a:extLst>
          </p:cNvPr>
          <p:cNvCxnSpPr>
            <a:cxnSpLocks/>
          </p:cNvCxnSpPr>
          <p:nvPr/>
        </p:nvCxnSpPr>
        <p:spPr>
          <a:xfrm>
            <a:off x="2907341" y="547569"/>
            <a:ext cx="0" cy="10241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463D5BE5-B12A-E453-D5C8-E3739E7B5502}"/>
              </a:ext>
            </a:extLst>
          </p:cNvPr>
          <p:cNvSpPr/>
          <p:nvPr/>
        </p:nvSpPr>
        <p:spPr>
          <a:xfrm>
            <a:off x="11005911" y="1976054"/>
            <a:ext cx="228600" cy="3847348"/>
          </a:xfrm>
          <a:prstGeom prst="rect">
            <a:avLst/>
          </a:prstGeom>
          <a:gradFill>
            <a:gsLst>
              <a:gs pos="24462">
                <a:srgbClr val="7ED34E"/>
              </a:gs>
              <a:gs pos="87212">
                <a:srgbClr val="46327E"/>
              </a:gs>
              <a:gs pos="72000">
                <a:srgbClr val="2C738E"/>
              </a:gs>
              <a:gs pos="54000">
                <a:srgbClr val="27AD81"/>
              </a:gs>
              <a:gs pos="100000">
                <a:srgbClr val="46075A"/>
              </a:gs>
              <a:gs pos="0">
                <a:srgbClr val="F6E62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83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A0A71-30C7-AAD7-3145-7AB35F2D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62A5A19-824D-8637-C6D4-AE65C3942A6A}"/>
              </a:ext>
            </a:extLst>
          </p:cNvPr>
          <p:cNvSpPr/>
          <p:nvPr/>
        </p:nvSpPr>
        <p:spPr>
          <a:xfrm>
            <a:off x="656885" y="1282701"/>
            <a:ext cx="5218136" cy="4660900"/>
          </a:xfrm>
          <a:prstGeom prst="roundRect">
            <a:avLst>
              <a:gd name="adj" fmla="val 4047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4A7F23F-88B8-2511-99A5-AC64A6E5582C}"/>
              </a:ext>
            </a:extLst>
          </p:cNvPr>
          <p:cNvSpPr/>
          <p:nvPr/>
        </p:nvSpPr>
        <p:spPr>
          <a:xfrm>
            <a:off x="6327823" y="1282701"/>
            <a:ext cx="5218136" cy="4660900"/>
          </a:xfrm>
          <a:prstGeom prst="roundRect">
            <a:avLst>
              <a:gd name="adj" fmla="val 4047"/>
            </a:avLst>
          </a:prstGeom>
          <a:solidFill>
            <a:schemeClr val="bg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36AB48-8591-F000-4007-93A2FC682A96}"/>
              </a:ext>
            </a:extLst>
          </p:cNvPr>
          <p:cNvSpPr txBox="1"/>
          <p:nvPr/>
        </p:nvSpPr>
        <p:spPr>
          <a:xfrm>
            <a:off x="502555" y="536422"/>
            <a:ext cx="94923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</a:rPr>
              <a:t>RIEMANN TANGENT SPACE EXPLANATION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8A6558-2971-158C-2D46-2B483C8CEF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415"/>
          <a:stretch>
            <a:fillRect/>
          </a:stretch>
        </p:blipFill>
        <p:spPr>
          <a:xfrm>
            <a:off x="770423" y="1627819"/>
            <a:ext cx="4814951" cy="397066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94D917C-1B83-718D-34C9-A94F8BFC0884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8D17F6ED-5823-E74F-D400-7B3508255B2E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50D9FD1-FB69-1EB9-CB62-AFFAC7E5C01D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Models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28041B9-C430-7ABF-A514-125A137805AD}"/>
              </a:ext>
            </a:extLst>
          </p:cNvPr>
          <p:cNvGrpSpPr/>
          <p:nvPr/>
        </p:nvGrpSpPr>
        <p:grpSpPr>
          <a:xfrm>
            <a:off x="6469466" y="1417320"/>
            <a:ext cx="4952111" cy="4181164"/>
            <a:chOff x="6606626" y="1417320"/>
            <a:chExt cx="4952111" cy="418116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3348962-C442-DBB4-345B-DB7F0A7A3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8" t="51206" r="3349"/>
            <a:stretch>
              <a:fillRect/>
            </a:stretch>
          </p:blipFill>
          <p:spPr>
            <a:xfrm>
              <a:off x="6606626" y="1627819"/>
              <a:ext cx="4869094" cy="397066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3E5B38-2622-87E8-83BD-28841BBCFAAD}"/>
                </a:ext>
              </a:extLst>
            </p:cNvPr>
            <p:cNvSpPr/>
            <p:nvPr/>
          </p:nvSpPr>
          <p:spPr>
            <a:xfrm>
              <a:off x="7002780" y="1417320"/>
              <a:ext cx="4555957" cy="6172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07BC10F-5BC8-CD09-108F-05BD39E9C481}"/>
              </a:ext>
            </a:extLst>
          </p:cNvPr>
          <p:cNvCxnSpPr>
            <a:cxnSpLocks/>
          </p:cNvCxnSpPr>
          <p:nvPr/>
        </p:nvCxnSpPr>
        <p:spPr>
          <a:xfrm flipV="1">
            <a:off x="5878244" y="2491739"/>
            <a:ext cx="449579" cy="228124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3226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288EE7-B683-F70A-A4E8-FC04C6319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DD0B30-D711-8CF1-56C7-65899012863C}"/>
              </a:ext>
            </a:extLst>
          </p:cNvPr>
          <p:cNvSpPr/>
          <p:nvPr/>
        </p:nvSpPr>
        <p:spPr>
          <a:xfrm>
            <a:off x="3449321" y="3345180"/>
            <a:ext cx="962660" cy="320040"/>
          </a:xfrm>
          <a:prstGeom prst="roundRect">
            <a:avLst>
              <a:gd name="adj" fmla="val 134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4E1ED4-BF41-4756-D58A-9C83994D50A8}"/>
              </a:ext>
            </a:extLst>
          </p:cNvPr>
          <p:cNvSpPr txBox="1"/>
          <p:nvPr/>
        </p:nvSpPr>
        <p:spPr>
          <a:xfrm>
            <a:off x="502555" y="536422"/>
            <a:ext cx="10952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</a:rPr>
              <a:t>FILTER-BANK RIEMANNIAN TANGENT SPACE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EFBFC6-000A-2E1E-BCE2-F28379A74939}"/>
              </a:ext>
            </a:extLst>
          </p:cNvPr>
          <p:cNvSpPr txBox="1"/>
          <p:nvPr/>
        </p:nvSpPr>
        <p:spPr>
          <a:xfrm>
            <a:off x="502555" y="1184122"/>
            <a:ext cx="109528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  <a:latin typeface="+mj-lt"/>
              </a:rPr>
              <a:t>+ LINEAR REGRESSION ACCURACY -  92.2%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6CE4A49-2197-D0E0-35FD-BED189A5C6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355259"/>
              </p:ext>
            </p:extLst>
          </p:nvPr>
        </p:nvGraphicFramePr>
        <p:xfrm>
          <a:off x="4605383" y="1943100"/>
          <a:ext cx="7084062" cy="405130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79287">
                  <a:extLst>
                    <a:ext uri="{9D8B030D-6E8A-4147-A177-3AD203B41FA5}">
                      <a16:colId xmlns:a16="http://schemas.microsoft.com/office/drawing/2014/main" val="2267457886"/>
                    </a:ext>
                  </a:extLst>
                </a:gridCol>
                <a:gridCol w="1482067">
                  <a:extLst>
                    <a:ext uri="{9D8B030D-6E8A-4147-A177-3AD203B41FA5}">
                      <a16:colId xmlns:a16="http://schemas.microsoft.com/office/drawing/2014/main" val="819692029"/>
                    </a:ext>
                  </a:extLst>
                </a:gridCol>
                <a:gridCol w="1180677">
                  <a:extLst>
                    <a:ext uri="{9D8B030D-6E8A-4147-A177-3AD203B41FA5}">
                      <a16:colId xmlns:a16="http://schemas.microsoft.com/office/drawing/2014/main" val="493218332"/>
                    </a:ext>
                  </a:extLst>
                </a:gridCol>
                <a:gridCol w="1180677">
                  <a:extLst>
                    <a:ext uri="{9D8B030D-6E8A-4147-A177-3AD203B41FA5}">
                      <a16:colId xmlns:a16="http://schemas.microsoft.com/office/drawing/2014/main" val="4170635935"/>
                    </a:ext>
                  </a:extLst>
                </a:gridCol>
                <a:gridCol w="1180677">
                  <a:extLst>
                    <a:ext uri="{9D8B030D-6E8A-4147-A177-3AD203B41FA5}">
                      <a16:colId xmlns:a16="http://schemas.microsoft.com/office/drawing/2014/main" val="1448058807"/>
                    </a:ext>
                  </a:extLst>
                </a:gridCol>
                <a:gridCol w="1180677">
                  <a:extLst>
                    <a:ext uri="{9D8B030D-6E8A-4147-A177-3AD203B41FA5}">
                      <a16:colId xmlns:a16="http://schemas.microsoft.com/office/drawing/2014/main" val="1889533998"/>
                    </a:ext>
                  </a:extLst>
                </a:gridCol>
              </a:tblGrid>
              <a:tr h="408454">
                <a:tc>
                  <a:txBody>
                    <a:bodyPr/>
                    <a:lstStyle/>
                    <a:p>
                      <a:pPr algn="ctr"/>
                      <a:endParaRPr lang="en-US" sz="800" b="1" dirty="0">
                        <a:latin typeface="+mn-lt"/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n-lt"/>
                        </a:rPr>
                        <a:t>Volunteer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n-lt"/>
                        </a:rPr>
                        <a:t>Samples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n-lt"/>
                        </a:rPr>
                        <a:t>Classes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n-lt"/>
                        </a:rPr>
                        <a:t>SVM_TS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accent1"/>
                          </a:solidFill>
                          <a:latin typeface="+mn-lt"/>
                        </a:rPr>
                        <a:t>LR TS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777616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196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0.922414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0.939655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6145142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P2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175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0.842105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0.884211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459646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P3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101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0.967213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1.000000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454269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P4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176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0.885417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0.906250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899520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6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P5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177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0.948454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0.979381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6843288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P6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94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0.870370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0.888889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0086317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3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P7</a:t>
                      </a:r>
                      <a:endParaRPr lang="en-US" sz="1050" b="1" dirty="0">
                        <a:solidFill>
                          <a:schemeClr val="accent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174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accent1"/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0.755319</a:t>
                      </a:r>
                      <a:endParaRPr lang="en-US" sz="1050" b="1" dirty="0">
                        <a:solidFill>
                          <a:schemeClr val="accent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accen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0.797872</a:t>
                      </a:r>
                      <a:endParaRPr lang="en-US" sz="1050" b="1" dirty="0">
                        <a:solidFill>
                          <a:schemeClr val="accent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6992437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P8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77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0.972973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0.945946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9517532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P9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0.928571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0.94047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073485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5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P10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144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3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0.964286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i="0" kern="12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0.9761905</a:t>
                      </a:r>
                      <a:endParaRPr lang="en-US" sz="10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2430470"/>
                  </a:ext>
                </a:extLst>
              </a:tr>
              <a:tr h="33116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P11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159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0.868687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0.878788</a:t>
                      </a:r>
                      <a:endParaRPr lang="en-US" sz="1050" b="1" dirty="0">
                        <a:solidFill>
                          <a:schemeClr val="bg1"/>
                        </a:solidFill>
                      </a:endParaRPr>
                    </a:p>
                  </a:txBody>
                  <a:tcPr marL="72443" marR="72443" marT="36221" marB="36221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450598"/>
                  </a:ext>
                </a:extLst>
              </a:tr>
            </a:tbl>
          </a:graphicData>
        </a:graphic>
      </p:graphicFrame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2AFE44A-F9C8-367A-5E73-3E1E4656D1F2}"/>
              </a:ext>
            </a:extLst>
          </p:cNvPr>
          <p:cNvSpPr/>
          <p:nvPr/>
        </p:nvSpPr>
        <p:spPr>
          <a:xfrm>
            <a:off x="-391887" y="2362201"/>
            <a:ext cx="3147787" cy="3213100"/>
          </a:xfrm>
          <a:prstGeom prst="roundRect">
            <a:avLst>
              <a:gd name="adj" fmla="val 5570"/>
            </a:avLst>
          </a:prstGeom>
          <a:solidFill>
            <a:schemeClr val="accent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6A3C9C-41EC-9B15-4F28-72353C74A32F}"/>
              </a:ext>
            </a:extLst>
          </p:cNvPr>
          <p:cNvSpPr txBox="1"/>
          <p:nvPr/>
        </p:nvSpPr>
        <p:spPr>
          <a:xfrm>
            <a:off x="502555" y="2840418"/>
            <a:ext cx="225334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Female Volunteer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891BA-198B-E97E-E19B-421CFDA96373}"/>
              </a:ext>
            </a:extLst>
          </p:cNvPr>
          <p:cNvSpPr txBox="1"/>
          <p:nvPr/>
        </p:nvSpPr>
        <p:spPr>
          <a:xfrm>
            <a:off x="502555" y="4389198"/>
            <a:ext cx="207701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accent3"/>
                </a:solidFill>
              </a:rPr>
              <a:t>0.763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FB8632-903D-ECFC-37E3-748266211D9F}"/>
              </a:ext>
            </a:extLst>
          </p:cNvPr>
          <p:cNvSpPr txBox="1"/>
          <p:nvPr/>
        </p:nvSpPr>
        <p:spPr>
          <a:xfrm>
            <a:off x="502555" y="4126695"/>
            <a:ext cx="18342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3"/>
                </a:solidFill>
              </a:rPr>
              <a:t>ACCURACY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72AAEB4-0D6B-CBDE-2624-367656AC3E5F}"/>
              </a:ext>
            </a:extLst>
          </p:cNvPr>
          <p:cNvCxnSpPr>
            <a:cxnSpLocks/>
          </p:cNvCxnSpPr>
          <p:nvPr/>
        </p:nvCxnSpPr>
        <p:spPr>
          <a:xfrm>
            <a:off x="574708" y="3884695"/>
            <a:ext cx="1833212" cy="0"/>
          </a:xfrm>
          <a:prstGeom prst="line">
            <a:avLst/>
          </a:prstGeom>
          <a:ln>
            <a:solidFill>
              <a:schemeClr val="bg1">
                <a:alpha val="3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0FE2686-FBA4-6B3E-5587-0CEAFEEF36FC}"/>
              </a:ext>
            </a:extLst>
          </p:cNvPr>
          <p:cNvCxnSpPr>
            <a:cxnSpLocks/>
          </p:cNvCxnSpPr>
          <p:nvPr/>
        </p:nvCxnSpPr>
        <p:spPr>
          <a:xfrm>
            <a:off x="574708" y="3884695"/>
            <a:ext cx="547972" cy="0"/>
          </a:xfrm>
          <a:prstGeom prst="line">
            <a:avLst/>
          </a:prstGeom>
          <a:ln w="381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94E18D61-2B20-8761-9E15-22F0BB4F1FC5}"/>
              </a:ext>
            </a:extLst>
          </p:cNvPr>
          <p:cNvSpPr txBox="1"/>
          <p:nvPr/>
        </p:nvSpPr>
        <p:spPr>
          <a:xfrm>
            <a:off x="3563553" y="3374395"/>
            <a:ext cx="734198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Adults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2CA6526-F07D-A5FC-6DA6-BAB9B5E2813A}"/>
              </a:ext>
            </a:extLst>
          </p:cNvPr>
          <p:cNvSpPr/>
          <p:nvPr/>
        </p:nvSpPr>
        <p:spPr>
          <a:xfrm>
            <a:off x="3449321" y="4351246"/>
            <a:ext cx="962660" cy="320040"/>
          </a:xfrm>
          <a:prstGeom prst="roundRect">
            <a:avLst>
              <a:gd name="adj" fmla="val 13492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DB8FC1-EA6B-E9BA-3A60-66C31C394894}"/>
              </a:ext>
            </a:extLst>
          </p:cNvPr>
          <p:cNvSpPr txBox="1"/>
          <p:nvPr/>
        </p:nvSpPr>
        <p:spPr>
          <a:xfrm>
            <a:off x="3487424" y="4380461"/>
            <a:ext cx="886456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chemeClr val="accent1"/>
                </a:solidFill>
              </a:rPr>
              <a:t>Teenager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7D2B07-C162-E6C8-66B4-C3D93FE36C06}"/>
              </a:ext>
            </a:extLst>
          </p:cNvPr>
          <p:cNvSpPr/>
          <p:nvPr/>
        </p:nvSpPr>
        <p:spPr>
          <a:xfrm>
            <a:off x="3449321" y="5673878"/>
            <a:ext cx="962660" cy="320040"/>
          </a:xfrm>
          <a:prstGeom prst="roundRect">
            <a:avLst>
              <a:gd name="adj" fmla="val 13492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57AA5-964C-6282-C403-3CCCCF5EBDAB}"/>
              </a:ext>
            </a:extLst>
          </p:cNvPr>
          <p:cNvSpPr txBox="1"/>
          <p:nvPr/>
        </p:nvSpPr>
        <p:spPr>
          <a:xfrm>
            <a:off x="3563553" y="5703093"/>
            <a:ext cx="734198" cy="2616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1050" b="1" dirty="0">
                <a:solidFill>
                  <a:schemeClr val="bg1"/>
                </a:solidFill>
              </a:rPr>
              <a:t>Adults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CF102F9-426D-9653-064E-1E3FFC3543AD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21" name="Rectangle: Top Corners Rounded 20">
              <a:extLst>
                <a:ext uri="{FF2B5EF4-FFF2-40B4-BE49-F238E27FC236}">
                  <a16:creationId xmlns:a16="http://schemas.microsoft.com/office/drawing/2014/main" id="{CB8EA76C-0FE5-EA79-BC50-DC24F6FA156D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594DA44-2172-3072-8828-CDFB5B47ACFD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6463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62ED42-4621-182B-8068-E165504F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D5B1D7C2-3ABB-632A-CE02-A314EC8D12A8}"/>
              </a:ext>
            </a:extLst>
          </p:cNvPr>
          <p:cNvGrpSpPr/>
          <p:nvPr/>
        </p:nvGrpSpPr>
        <p:grpSpPr>
          <a:xfrm>
            <a:off x="11154539" y="2249679"/>
            <a:ext cx="591145" cy="246221"/>
            <a:chOff x="11154539" y="2249679"/>
            <a:chExt cx="591145" cy="246221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7E6B5AD-5B6D-A9F0-A7BE-7DB5E5F48273}"/>
                </a:ext>
              </a:extLst>
            </p:cNvPr>
            <p:cNvCxnSpPr/>
            <p:nvPr/>
          </p:nvCxnSpPr>
          <p:spPr>
            <a:xfrm>
              <a:off x="11154539" y="2374689"/>
              <a:ext cx="1778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7BF122D-3C36-2CAD-5200-E2BBFDB10610}"/>
                </a:ext>
              </a:extLst>
            </p:cNvPr>
            <p:cNvSpPr txBox="1"/>
            <p:nvPr/>
          </p:nvSpPr>
          <p:spPr>
            <a:xfrm>
              <a:off x="11323411" y="2249679"/>
              <a:ext cx="42227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000" dirty="0"/>
                <a:t>50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2DED5FB-DA50-2008-E367-3B0111BBBDD0}"/>
              </a:ext>
            </a:extLst>
          </p:cNvPr>
          <p:cNvGrpSpPr/>
          <p:nvPr/>
        </p:nvGrpSpPr>
        <p:grpSpPr>
          <a:xfrm>
            <a:off x="11154539" y="2939801"/>
            <a:ext cx="591145" cy="246221"/>
            <a:chOff x="11154539" y="2991359"/>
            <a:chExt cx="591145" cy="246221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1595419-DCA7-CFFA-84CF-AA113B8026F9}"/>
                </a:ext>
              </a:extLst>
            </p:cNvPr>
            <p:cNvCxnSpPr/>
            <p:nvPr/>
          </p:nvCxnSpPr>
          <p:spPr>
            <a:xfrm>
              <a:off x="11154539" y="3116369"/>
              <a:ext cx="1778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92CB016-D175-E9A3-06EB-7027F71D5D3B}"/>
                </a:ext>
              </a:extLst>
            </p:cNvPr>
            <p:cNvSpPr txBox="1"/>
            <p:nvPr/>
          </p:nvSpPr>
          <p:spPr>
            <a:xfrm>
              <a:off x="11323411" y="2991359"/>
              <a:ext cx="42227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000" dirty="0"/>
                <a:t>40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9FEBAE53-F977-C0DD-C0F6-127924D8A2C5}"/>
              </a:ext>
            </a:extLst>
          </p:cNvPr>
          <p:cNvGrpSpPr/>
          <p:nvPr/>
        </p:nvGrpSpPr>
        <p:grpSpPr>
          <a:xfrm>
            <a:off x="11154539" y="3629923"/>
            <a:ext cx="591145" cy="246221"/>
            <a:chOff x="11154539" y="2991359"/>
            <a:chExt cx="591145" cy="24622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A678DB25-3880-89EB-E794-E63E4118D25E}"/>
                </a:ext>
              </a:extLst>
            </p:cNvPr>
            <p:cNvCxnSpPr/>
            <p:nvPr/>
          </p:nvCxnSpPr>
          <p:spPr>
            <a:xfrm>
              <a:off x="11154539" y="3116369"/>
              <a:ext cx="1778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881690C-7968-2AF7-712D-206E36B6C7A6}"/>
                </a:ext>
              </a:extLst>
            </p:cNvPr>
            <p:cNvSpPr txBox="1"/>
            <p:nvPr/>
          </p:nvSpPr>
          <p:spPr>
            <a:xfrm>
              <a:off x="11323411" y="2991359"/>
              <a:ext cx="42227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000" dirty="0"/>
                <a:t>30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896DE53-C0AB-CDF1-1746-05D55B5D04D1}"/>
              </a:ext>
            </a:extLst>
          </p:cNvPr>
          <p:cNvGrpSpPr/>
          <p:nvPr/>
        </p:nvGrpSpPr>
        <p:grpSpPr>
          <a:xfrm>
            <a:off x="11154539" y="4320045"/>
            <a:ext cx="591145" cy="246221"/>
            <a:chOff x="11154539" y="2991359"/>
            <a:chExt cx="591145" cy="246221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72A77C2-2AA0-FDB1-E936-A701568917A8}"/>
                </a:ext>
              </a:extLst>
            </p:cNvPr>
            <p:cNvCxnSpPr/>
            <p:nvPr/>
          </p:nvCxnSpPr>
          <p:spPr>
            <a:xfrm>
              <a:off x="11154539" y="3116369"/>
              <a:ext cx="1778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D74A56ED-9F9E-6C0A-C6D6-96C0A813996E}"/>
                </a:ext>
              </a:extLst>
            </p:cNvPr>
            <p:cNvSpPr txBox="1"/>
            <p:nvPr/>
          </p:nvSpPr>
          <p:spPr>
            <a:xfrm>
              <a:off x="11323411" y="2991359"/>
              <a:ext cx="42227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000" dirty="0"/>
                <a:t>20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12AD7E-E402-1AF7-6B35-E9E84A3BE0EC}"/>
              </a:ext>
            </a:extLst>
          </p:cNvPr>
          <p:cNvGrpSpPr/>
          <p:nvPr/>
        </p:nvGrpSpPr>
        <p:grpSpPr>
          <a:xfrm>
            <a:off x="11154539" y="5010167"/>
            <a:ext cx="591145" cy="246221"/>
            <a:chOff x="11154539" y="2991359"/>
            <a:chExt cx="591145" cy="246221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FCE420BB-0BA9-1056-9F1A-43D1CD915F3D}"/>
                </a:ext>
              </a:extLst>
            </p:cNvPr>
            <p:cNvCxnSpPr/>
            <p:nvPr/>
          </p:nvCxnSpPr>
          <p:spPr>
            <a:xfrm>
              <a:off x="11154539" y="3116369"/>
              <a:ext cx="1778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E832FB8-2BFD-76DF-435E-EDB558122D4D}"/>
                </a:ext>
              </a:extLst>
            </p:cNvPr>
            <p:cNvSpPr txBox="1"/>
            <p:nvPr/>
          </p:nvSpPr>
          <p:spPr>
            <a:xfrm>
              <a:off x="11323411" y="2991359"/>
              <a:ext cx="42227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000" dirty="0"/>
                <a:t>10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7581D4B-03EA-564D-DE73-F399A75D1889}"/>
              </a:ext>
            </a:extLst>
          </p:cNvPr>
          <p:cNvGrpSpPr/>
          <p:nvPr/>
        </p:nvGrpSpPr>
        <p:grpSpPr>
          <a:xfrm>
            <a:off x="11154539" y="5700291"/>
            <a:ext cx="591145" cy="246221"/>
            <a:chOff x="11154539" y="2991359"/>
            <a:chExt cx="591145" cy="24622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28CDA1F-160D-7E8D-B86E-0F81703F56E7}"/>
                </a:ext>
              </a:extLst>
            </p:cNvPr>
            <p:cNvCxnSpPr/>
            <p:nvPr/>
          </p:nvCxnSpPr>
          <p:spPr>
            <a:xfrm>
              <a:off x="11154539" y="3116369"/>
              <a:ext cx="1778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9067062-3A1E-24D1-A2BD-84B67CCAF81C}"/>
                </a:ext>
              </a:extLst>
            </p:cNvPr>
            <p:cNvSpPr txBox="1"/>
            <p:nvPr/>
          </p:nvSpPr>
          <p:spPr>
            <a:xfrm>
              <a:off x="11323411" y="2991359"/>
              <a:ext cx="422273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r"/>
              <a:r>
                <a:rPr lang="en-US" sz="1000" dirty="0"/>
                <a:t>0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3223E18-F5A9-F6C6-6DF2-587A73FBC5B1}"/>
              </a:ext>
            </a:extLst>
          </p:cNvPr>
          <p:cNvGrpSpPr/>
          <p:nvPr/>
        </p:nvGrpSpPr>
        <p:grpSpPr>
          <a:xfrm>
            <a:off x="502556" y="536422"/>
            <a:ext cx="4767216" cy="1156922"/>
            <a:chOff x="502556" y="536422"/>
            <a:chExt cx="4767216" cy="115692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5292E77-7727-6FB9-E3CC-61696069CB57}"/>
                </a:ext>
              </a:extLst>
            </p:cNvPr>
            <p:cNvSpPr txBox="1"/>
            <p:nvPr/>
          </p:nvSpPr>
          <p:spPr>
            <a:xfrm>
              <a:off x="502556" y="536422"/>
              <a:ext cx="476721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  <a:latin typeface="+mj-lt"/>
                </a:rPr>
                <a:t>SLIDE SHOWING TENSION</a:t>
              </a: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B43C3208-9106-3C77-6616-D5B0882855F4}"/>
                </a:ext>
              </a:extLst>
            </p:cNvPr>
            <p:cNvSpPr txBox="1"/>
            <p:nvPr/>
          </p:nvSpPr>
          <p:spPr>
            <a:xfrm>
              <a:off x="502556" y="1170124"/>
              <a:ext cx="4176124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800" dirty="0">
                  <a:solidFill>
                    <a:schemeClr val="accent1"/>
                  </a:solidFill>
                  <a:latin typeface="+mj-lt"/>
                </a:rPr>
                <a:t>VIBE WITH 17%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924C4E5-040C-A84B-3100-699B549A2410}"/>
              </a:ext>
            </a:extLst>
          </p:cNvPr>
          <p:cNvGraphicFramePr>
            <a:graphicFrameLocks noGrp="1"/>
          </p:cNvGraphicFramePr>
          <p:nvPr/>
        </p:nvGraphicFramePr>
        <p:xfrm>
          <a:off x="912044" y="1992089"/>
          <a:ext cx="9788610" cy="38473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58570">
                  <a:extLst>
                    <a:ext uri="{9D8B030D-6E8A-4147-A177-3AD203B41FA5}">
                      <a16:colId xmlns:a16="http://schemas.microsoft.com/office/drawing/2014/main" val="156700982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83541697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0418753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95075069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4192336695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262611681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3497119214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625881043"/>
                    </a:ext>
                  </a:extLst>
                </a:gridCol>
                <a:gridCol w="1016255">
                  <a:extLst>
                    <a:ext uri="{9D8B030D-6E8A-4147-A177-3AD203B41FA5}">
                      <a16:colId xmlns:a16="http://schemas.microsoft.com/office/drawing/2014/main" val="1139570506"/>
                    </a:ext>
                  </a:extLst>
                </a:gridCol>
              </a:tblGrid>
              <a:tr h="390952">
                <a:tc gridSpan="9">
                  <a:txBody>
                    <a:bodyPr/>
                    <a:lstStyle/>
                    <a:p>
                      <a:pPr algn="ctr"/>
                      <a:r>
                        <a:rPr lang="en-US" sz="18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Confusion Matrix - Volunteer-Based Split (Riemann + SVM)</a:t>
                      </a:r>
                      <a:endParaRPr lang="en-US" sz="1600" b="1" dirty="0">
                        <a:solidFill>
                          <a:schemeClr val="accent2"/>
                        </a:solidFill>
                      </a:endParaRPr>
                    </a:p>
                  </a:txBody>
                  <a:tcPr marL="83607" marR="83607" marT="41803" marB="41803" anchor="ctr"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000" dirty="0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1716581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1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87B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5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BF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566147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56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53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DE7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F458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A52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7435597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2D7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33A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D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4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58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7530986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B50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6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45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AD8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81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72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6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282092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4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F92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37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54714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4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065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3A8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60E6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43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1D34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6631243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728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6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277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534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15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3238705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r>
                        <a:rPr lang="en-US" sz="11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11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38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BC26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408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14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9568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37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2BE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0</a:t>
                      </a:r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4015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4582705"/>
                  </a:ext>
                </a:extLst>
              </a:tr>
              <a:tr h="384044">
                <a:tc>
                  <a:txBody>
                    <a:bodyPr/>
                    <a:lstStyle/>
                    <a:p>
                      <a:pPr algn="r"/>
                      <a:endParaRPr lang="en-US" sz="7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200" dirty="0"/>
                    </a:p>
                  </a:txBody>
                  <a:tcPr marL="83607" marR="83607" marT="41803" marB="41803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68783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F2A056A-E2CE-1D96-5524-7BD74B3953D2}"/>
              </a:ext>
            </a:extLst>
          </p:cNvPr>
          <p:cNvSpPr txBox="1"/>
          <p:nvPr/>
        </p:nvSpPr>
        <p:spPr>
          <a:xfrm rot="16200000">
            <a:off x="36990" y="3813206"/>
            <a:ext cx="11850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True label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681972-87F7-AEB3-A984-31385C51B1C1}"/>
              </a:ext>
            </a:extLst>
          </p:cNvPr>
          <p:cNvSpPr/>
          <p:nvPr/>
        </p:nvSpPr>
        <p:spPr>
          <a:xfrm>
            <a:off x="11005911" y="2364396"/>
            <a:ext cx="228600" cy="3459006"/>
          </a:xfrm>
          <a:prstGeom prst="rect">
            <a:avLst/>
          </a:prstGeom>
          <a:gradFill>
            <a:gsLst>
              <a:gs pos="24462">
                <a:srgbClr val="7ED34E"/>
              </a:gs>
              <a:gs pos="87212">
                <a:srgbClr val="46327E"/>
              </a:gs>
              <a:gs pos="72000">
                <a:srgbClr val="2C738E"/>
              </a:gs>
              <a:gs pos="54000">
                <a:srgbClr val="27AD81"/>
              </a:gs>
              <a:gs pos="100000">
                <a:srgbClr val="46075A"/>
              </a:gs>
              <a:gs pos="0">
                <a:srgbClr val="F6E62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C3A318-DE01-6E96-9763-8C57BB65BF92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12" name="Rectangle: Top Corners Rounded 11">
              <a:extLst>
                <a:ext uri="{FF2B5EF4-FFF2-40B4-BE49-F238E27FC236}">
                  <a16:creationId xmlns:a16="http://schemas.microsoft.com/office/drawing/2014/main" id="{688D9782-C2E7-8F5D-5FBD-8077DBD9DFF2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EC78F70-B3DF-B772-4296-123944420129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Models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40F586-A327-0AF5-865B-E1CBB4B0822C}"/>
              </a:ext>
            </a:extLst>
          </p:cNvPr>
          <p:cNvGrpSpPr/>
          <p:nvPr/>
        </p:nvGrpSpPr>
        <p:grpSpPr>
          <a:xfrm>
            <a:off x="5909692" y="459313"/>
            <a:ext cx="1307337" cy="1307338"/>
            <a:chOff x="5110890" y="4165600"/>
            <a:chExt cx="2393566" cy="239356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4982EB5-DB21-E77F-C977-52CDD3DAAD4A}"/>
                </a:ext>
              </a:extLst>
            </p:cNvPr>
            <p:cNvSpPr/>
            <p:nvPr/>
          </p:nvSpPr>
          <p:spPr>
            <a:xfrm>
              <a:off x="5110890" y="4165600"/>
              <a:ext cx="2393566" cy="23935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330200" dist="342900" dir="5400000" sx="90000" sy="9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050" dirty="0">
                <a:latin typeface="+mj-lt"/>
              </a:endParaRPr>
            </a:p>
          </p:txBody>
        </p:sp>
        <p:sp>
          <p:nvSpPr>
            <p:cNvPr id="17" name="Pie 28">
              <a:extLst>
                <a:ext uri="{FF2B5EF4-FFF2-40B4-BE49-F238E27FC236}">
                  <a16:creationId xmlns:a16="http://schemas.microsoft.com/office/drawing/2014/main" id="{39302D00-730B-7432-F8B3-70EEA8C806C6}"/>
                </a:ext>
              </a:extLst>
            </p:cNvPr>
            <p:cNvSpPr/>
            <p:nvPr/>
          </p:nvSpPr>
          <p:spPr>
            <a:xfrm>
              <a:off x="5292811" y="4347521"/>
              <a:ext cx="2029724" cy="2029725"/>
            </a:xfrm>
            <a:prstGeom prst="pie">
              <a:avLst>
                <a:gd name="adj1" fmla="val 7101081"/>
                <a:gd name="adj2" fmla="val 6848926"/>
              </a:avLst>
            </a:prstGeom>
            <a:solidFill>
              <a:srgbClr val="FF0000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050" dirty="0">
                <a:latin typeface="+mj-lt"/>
              </a:endParaRPr>
            </a:p>
          </p:txBody>
        </p:sp>
        <p:sp>
          <p:nvSpPr>
            <p:cNvPr id="18" name="Pie 29">
              <a:extLst>
                <a:ext uri="{FF2B5EF4-FFF2-40B4-BE49-F238E27FC236}">
                  <a16:creationId xmlns:a16="http://schemas.microsoft.com/office/drawing/2014/main" id="{5B44B2F6-D6CC-0E32-321C-234509B3E729}"/>
                </a:ext>
              </a:extLst>
            </p:cNvPr>
            <p:cNvSpPr/>
            <p:nvPr/>
          </p:nvSpPr>
          <p:spPr>
            <a:xfrm>
              <a:off x="5292811" y="4347521"/>
              <a:ext cx="2029724" cy="2029724"/>
            </a:xfrm>
            <a:prstGeom prst="pie">
              <a:avLst>
                <a:gd name="adj1" fmla="val 5403427"/>
                <a:gd name="adj2" fmla="val 8831344"/>
              </a:avLst>
            </a:prstGeom>
            <a:solidFill>
              <a:srgbClr val="64CB5D"/>
            </a:solidFill>
            <a:ln w="38100">
              <a:noFill/>
            </a:ln>
            <a:effectLst>
              <a:outerShdw blurRad="381000" dist="444500" dir="8100000" sx="90000" sy="90000" algn="tr" rotWithShape="0">
                <a:schemeClr val="accent2">
                  <a:alpha val="1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900" b="1" dirty="0">
                <a:latin typeface="+mj-lt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1406B57-FE2C-B6C3-B4F0-069C9FB17776}"/>
                </a:ext>
              </a:extLst>
            </p:cNvPr>
            <p:cNvSpPr/>
            <p:nvPr/>
          </p:nvSpPr>
          <p:spPr>
            <a:xfrm>
              <a:off x="5617918" y="4672628"/>
              <a:ext cx="1379510" cy="1379510"/>
            </a:xfrm>
            <a:prstGeom prst="ellipse">
              <a:avLst/>
            </a:prstGeom>
            <a:solidFill>
              <a:schemeClr val="bg1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lnSpc>
                  <a:spcPct val="120000"/>
                </a:lnSpc>
              </a:pPr>
              <a:endParaRPr lang="en-US" sz="1000">
                <a:solidFill>
                  <a:schemeClr val="accent1"/>
                </a:solidFill>
                <a:latin typeface="+mj-lt"/>
                <a:cs typeface="Segoe UI" panose="020B0502040204020203" pitchFamily="34" charset="0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36EF569-87F7-CF43-48A9-706F8B29E265}"/>
                </a:ext>
              </a:extLst>
            </p:cNvPr>
            <p:cNvSpPr txBox="1"/>
            <p:nvPr/>
          </p:nvSpPr>
          <p:spPr>
            <a:xfrm>
              <a:off x="5812848" y="5054240"/>
              <a:ext cx="989646" cy="619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64CB5D"/>
                  </a:solidFill>
                  <a:latin typeface="+mj-lt"/>
                </a:rPr>
                <a:t>17%</a:t>
              </a:r>
            </a:p>
          </p:txBody>
        </p:sp>
      </p:grp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3FDD336-CE8B-FC0C-95F7-262857C9AA4E}"/>
              </a:ext>
            </a:extLst>
          </p:cNvPr>
          <p:cNvCxnSpPr>
            <a:cxnSpLocks/>
          </p:cNvCxnSpPr>
          <p:nvPr/>
        </p:nvCxnSpPr>
        <p:spPr>
          <a:xfrm>
            <a:off x="5533066" y="600909"/>
            <a:ext cx="0" cy="1024146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6729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F351A-6B8B-3648-6366-1B70CF820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09312C0-DBEF-2C55-240C-DB2FB43029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803100"/>
              </p:ext>
            </p:extLst>
          </p:nvPr>
        </p:nvGraphicFramePr>
        <p:xfrm>
          <a:off x="562620" y="1013461"/>
          <a:ext cx="11070579" cy="403859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90193">
                  <a:extLst>
                    <a:ext uri="{9D8B030D-6E8A-4147-A177-3AD203B41FA5}">
                      <a16:colId xmlns:a16="http://schemas.microsoft.com/office/drawing/2014/main" val="1268743834"/>
                    </a:ext>
                  </a:extLst>
                </a:gridCol>
                <a:gridCol w="3690193">
                  <a:extLst>
                    <a:ext uri="{9D8B030D-6E8A-4147-A177-3AD203B41FA5}">
                      <a16:colId xmlns:a16="http://schemas.microsoft.com/office/drawing/2014/main" val="4263556150"/>
                    </a:ext>
                  </a:extLst>
                </a:gridCol>
                <a:gridCol w="3690193">
                  <a:extLst>
                    <a:ext uri="{9D8B030D-6E8A-4147-A177-3AD203B41FA5}">
                      <a16:colId xmlns:a16="http://schemas.microsoft.com/office/drawing/2014/main" val="2566916173"/>
                    </a:ext>
                  </a:extLst>
                </a:gridCol>
              </a:tblGrid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>
                          <a:solidFill>
                            <a:schemeClr val="accent2"/>
                          </a:solidFill>
                          <a:latin typeface="+mn-lt"/>
                        </a:rPr>
                        <a:t>EEG Action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Letter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i="0" kern="1200" dirty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Rationale</a:t>
                      </a:r>
                      <a:endParaRPr lang="en-US" sz="1600" b="1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671207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Right Hand Grasp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"Right" - R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8140824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Left Hand Grasp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L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"Left" L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261655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Foot Dorsiflexion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"Toe" starts with T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296878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Knee Extension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"Knee" - N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300747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Shoulder Shrug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"Shoulder" - S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588714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Eyebrow Raise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E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"Eyebrow" → E (adds vowel)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657493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Lip Purse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O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"O" mouth shape (vowel)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0922072"/>
                  </a:ext>
                </a:extLst>
              </a:tr>
              <a:tr h="448733">
                <a:tc>
                  <a:txBody>
                    <a:bodyPr/>
                    <a:lstStyle/>
                    <a:p>
                      <a:pPr algn="l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Jaw Clench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</a:t>
                      </a: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Open jaw "A" sound (vowel)</a:t>
                      </a:r>
                      <a:endParaRPr lang="en-US" sz="1200" dirty="0"/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6277413"/>
                  </a:ext>
                </a:extLst>
              </a:tr>
            </a:tbl>
          </a:graphicData>
        </a:graphic>
      </p:graphicFrame>
      <p:grpSp>
        <p:nvGrpSpPr>
          <p:cNvPr id="24" name="Group 23">
            <a:extLst>
              <a:ext uri="{FF2B5EF4-FFF2-40B4-BE49-F238E27FC236}">
                <a16:creationId xmlns:a16="http://schemas.microsoft.com/office/drawing/2014/main" id="{96F50960-3608-FFF4-C16C-8FC747C6B571}"/>
              </a:ext>
            </a:extLst>
          </p:cNvPr>
          <p:cNvGrpSpPr/>
          <p:nvPr/>
        </p:nvGrpSpPr>
        <p:grpSpPr>
          <a:xfrm>
            <a:off x="2618535" y="5369574"/>
            <a:ext cx="3144961" cy="442409"/>
            <a:chOff x="1882150" y="5636274"/>
            <a:chExt cx="3144961" cy="442409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C3D19F1-FE4E-7B98-5397-1B7E37A14A66}"/>
                </a:ext>
              </a:extLst>
            </p:cNvPr>
            <p:cNvSpPr/>
            <p:nvPr/>
          </p:nvSpPr>
          <p:spPr>
            <a:xfrm>
              <a:off x="1882150" y="5636274"/>
              <a:ext cx="3144961" cy="44240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BB65F50-1BFA-602C-E9C5-04243C7AB35C}"/>
                </a:ext>
              </a:extLst>
            </p:cNvPr>
            <p:cNvSpPr txBox="1"/>
            <p:nvPr/>
          </p:nvSpPr>
          <p:spPr>
            <a:xfrm>
              <a:off x="2547159" y="5695896"/>
              <a:ext cx="1814943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500" b="1" dirty="0">
                  <a:solidFill>
                    <a:schemeClr val="accent3"/>
                  </a:solidFill>
                </a:rPr>
                <a:t>Vowels: </a:t>
              </a:r>
              <a:r>
                <a:rPr lang="pt-BR" sz="1500" dirty="0">
                  <a:solidFill>
                    <a:schemeClr val="accent3"/>
                  </a:solidFill>
                </a:rPr>
                <a:t>A, E, Ο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27B97D1-D1C9-646C-9C31-0514483D264C}"/>
              </a:ext>
            </a:extLst>
          </p:cNvPr>
          <p:cNvGrpSpPr/>
          <p:nvPr/>
        </p:nvGrpSpPr>
        <p:grpSpPr>
          <a:xfrm>
            <a:off x="6428505" y="5369574"/>
            <a:ext cx="3144961" cy="442409"/>
            <a:chOff x="5116388" y="5636274"/>
            <a:chExt cx="3144961" cy="44240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5B97ECF9-156A-1C7A-DF5D-DD3AD5E9ECAE}"/>
                </a:ext>
              </a:extLst>
            </p:cNvPr>
            <p:cNvSpPr/>
            <p:nvPr/>
          </p:nvSpPr>
          <p:spPr>
            <a:xfrm>
              <a:off x="5116388" y="5636274"/>
              <a:ext cx="3144961" cy="442409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D7D60C-0D36-1B89-5CD7-D3C16EB7FDAF}"/>
                </a:ext>
              </a:extLst>
            </p:cNvPr>
            <p:cNvSpPr txBox="1"/>
            <p:nvPr/>
          </p:nvSpPr>
          <p:spPr>
            <a:xfrm>
              <a:off x="5294942" y="5695896"/>
              <a:ext cx="2787852" cy="3231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1500" b="1" dirty="0">
                  <a:solidFill>
                    <a:schemeClr val="accent3"/>
                  </a:solidFill>
                </a:rPr>
                <a:t>Consonants: </a:t>
              </a:r>
              <a:r>
                <a:rPr lang="pt-BR" sz="1500" dirty="0">
                  <a:solidFill>
                    <a:schemeClr val="accent3"/>
                  </a:solidFill>
                </a:rPr>
                <a:t>R, L, T, N, S</a:t>
              </a:r>
              <a:endParaRPr lang="en-US" sz="1500" dirty="0">
                <a:solidFill>
                  <a:schemeClr val="accent3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B948A2E-36C7-C1E8-F0C5-E8A90FC0622E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4" name="Rectangle: Top Corners Rounded 3">
              <a:extLst>
                <a:ext uri="{FF2B5EF4-FFF2-40B4-BE49-F238E27FC236}">
                  <a16:creationId xmlns:a16="http://schemas.microsoft.com/office/drawing/2014/main" id="{A99CFB9B-31D5-6FA5-9603-6B11461A6603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6C2A557-A740-0C5B-7DFF-1EA835192717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Pipeline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81112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BF0F5C-2A08-872E-11D1-3E754D55ADA7}"/>
              </a:ext>
            </a:extLst>
          </p:cNvPr>
          <p:cNvSpPr/>
          <p:nvPr/>
        </p:nvSpPr>
        <p:spPr>
          <a:xfrm>
            <a:off x="6096000" y="1175364"/>
            <a:ext cx="2778716" cy="2735646"/>
          </a:xfrm>
          <a:prstGeom prst="roundRect">
            <a:avLst>
              <a:gd name="adj" fmla="val 6101"/>
            </a:avLst>
          </a:prstGeom>
          <a:solidFill>
            <a:schemeClr val="accent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9BDFD0-3E95-6210-3AD5-D72F2DA136A2}"/>
              </a:ext>
            </a:extLst>
          </p:cNvPr>
          <p:cNvSpPr/>
          <p:nvPr/>
        </p:nvSpPr>
        <p:spPr>
          <a:xfrm>
            <a:off x="9032284" y="1175364"/>
            <a:ext cx="2778716" cy="4604950"/>
          </a:xfrm>
          <a:prstGeom prst="roundRect">
            <a:avLst>
              <a:gd name="adj" fmla="val 5949"/>
            </a:avLst>
          </a:prstGeom>
          <a:solidFill>
            <a:schemeClr val="accent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769D99-719A-09F2-72F9-3BF81B015091}"/>
              </a:ext>
            </a:extLst>
          </p:cNvPr>
          <p:cNvSpPr txBox="1"/>
          <p:nvPr/>
        </p:nvSpPr>
        <p:spPr>
          <a:xfrm>
            <a:off x="415468" y="2122424"/>
            <a:ext cx="5299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SIMPLE VIDEO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92484-1DD8-6D93-95B1-074698B46165}"/>
              </a:ext>
            </a:extLst>
          </p:cNvPr>
          <p:cNvSpPr txBox="1"/>
          <p:nvPr/>
        </p:nvSpPr>
        <p:spPr>
          <a:xfrm>
            <a:off x="415468" y="2831109"/>
            <a:ext cx="5299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SHOWING HOW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8CCAA1-E801-5147-5B65-3E0810A55D0A}"/>
              </a:ext>
            </a:extLst>
          </p:cNvPr>
          <p:cNvSpPr txBox="1"/>
          <p:nvPr/>
        </p:nvSpPr>
        <p:spPr>
          <a:xfrm>
            <a:off x="415468" y="4248479"/>
            <a:ext cx="5299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CORRECT WORKS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6C6AF3B-0EDA-7D91-EAA0-DE49DDF7919B}"/>
              </a:ext>
            </a:extLst>
          </p:cNvPr>
          <p:cNvSpPr txBox="1"/>
          <p:nvPr/>
        </p:nvSpPr>
        <p:spPr>
          <a:xfrm>
            <a:off x="415468" y="3539794"/>
            <a:ext cx="52995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THE AUTO</a:t>
            </a:r>
          </a:p>
        </p:txBody>
      </p:sp>
      <p:sp>
        <p:nvSpPr>
          <p:cNvPr id="23" name="Rectangle: Top Corners Rounded 22">
            <a:extLst>
              <a:ext uri="{FF2B5EF4-FFF2-40B4-BE49-F238E27FC236}">
                <a16:creationId xmlns:a16="http://schemas.microsoft.com/office/drawing/2014/main" id="{45C9335E-A6CF-CF05-0298-97D7B0E54910}"/>
              </a:ext>
            </a:extLst>
          </p:cNvPr>
          <p:cNvSpPr/>
          <p:nvPr/>
        </p:nvSpPr>
        <p:spPr>
          <a:xfrm>
            <a:off x="6096000" y="1171674"/>
            <a:ext cx="2778716" cy="900161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B4256F-B92E-E69A-ED3D-D6C04EDE8F58}"/>
              </a:ext>
            </a:extLst>
          </p:cNvPr>
          <p:cNvSpPr txBox="1"/>
          <p:nvPr/>
        </p:nvSpPr>
        <p:spPr>
          <a:xfrm>
            <a:off x="6179016" y="1275506"/>
            <a:ext cx="2541649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</a:rPr>
              <a:t>Here’s A Simple, Designer-friendly Explanation With No Technical Jargon: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ED908A6-5CB6-982E-195B-62B2AEED9E2E}"/>
              </a:ext>
            </a:extLst>
          </p:cNvPr>
          <p:cNvGrpSpPr/>
          <p:nvPr/>
        </p:nvGrpSpPr>
        <p:grpSpPr>
          <a:xfrm>
            <a:off x="6244218" y="2200852"/>
            <a:ext cx="2476448" cy="738664"/>
            <a:chOff x="728280" y="2708406"/>
            <a:chExt cx="2476448" cy="738664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B30FD5FB-2BD2-5866-E9A2-D18A9933AB75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27" name="Freeform 43">
                <a:extLst>
                  <a:ext uri="{FF2B5EF4-FFF2-40B4-BE49-F238E27FC236}">
                    <a16:creationId xmlns:a16="http://schemas.microsoft.com/office/drawing/2014/main" id="{D1E5C002-16E7-9237-9FA6-E39A3C7C5546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AFC63C02-82BC-B0F6-499E-62EFE7D134DD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4A492B4-C0A0-A75A-9F18-90ED7B9DB188}"/>
                </a:ext>
              </a:extLst>
            </p:cNvPr>
            <p:cNvSpPr txBox="1"/>
            <p:nvPr/>
          </p:nvSpPr>
          <p:spPr>
            <a:xfrm>
              <a:off x="1027196" y="2708406"/>
              <a:ext cx="2177532" cy="73866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After brain signals are turned into letters, the system checks whether those letters form a real word.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F95A24B5-6DFB-502A-3120-5A399C3F8230}"/>
              </a:ext>
            </a:extLst>
          </p:cNvPr>
          <p:cNvGrpSpPr/>
          <p:nvPr/>
        </p:nvGrpSpPr>
        <p:grpSpPr>
          <a:xfrm>
            <a:off x="6244218" y="3046512"/>
            <a:ext cx="2548415" cy="738664"/>
            <a:chOff x="728280" y="2721106"/>
            <a:chExt cx="2548415" cy="738664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3F63D5A1-155F-B60C-ED27-13B9391F08D5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32" name="Freeform 43">
                <a:extLst>
                  <a:ext uri="{FF2B5EF4-FFF2-40B4-BE49-F238E27FC236}">
                    <a16:creationId xmlns:a16="http://schemas.microsoft.com/office/drawing/2014/main" id="{D44529FB-2D0F-92FC-AEBD-DC3F3C4A4A6A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98DD04C-100A-1E74-9922-BE68EE363267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B9B0B8E1-F394-3244-ECFA-F21EDE7BEEEB}"/>
                </a:ext>
              </a:extLst>
            </p:cNvPr>
            <p:cNvSpPr txBox="1"/>
            <p:nvPr/>
          </p:nvSpPr>
          <p:spPr>
            <a:xfrm>
              <a:off x="1027196" y="2721106"/>
              <a:ext cx="2249499" cy="73866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 If the user meant to say “help”, but the model predicts “</a:t>
              </a:r>
              <a:r>
                <a:rPr lang="en-US" sz="1050" dirty="0" err="1">
                  <a:solidFill>
                    <a:schemeClr val="bg1"/>
                  </a:solidFill>
                </a:rPr>
                <a:t>hepl</a:t>
              </a:r>
              <a:r>
                <a:rPr lang="en-US" sz="1050" dirty="0">
                  <a:solidFill>
                    <a:schemeClr val="bg1"/>
                  </a:solidFill>
                </a:rPr>
                <a:t>”, the autocorrect layer fixes it automatically.</a:t>
              </a:r>
            </a:p>
          </p:txBody>
        </p:sp>
      </p:grp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4BA1B9FA-DD6A-9B2E-9927-C40AB9ABE468}"/>
              </a:ext>
            </a:extLst>
          </p:cNvPr>
          <p:cNvSpPr/>
          <p:nvPr/>
        </p:nvSpPr>
        <p:spPr>
          <a:xfrm>
            <a:off x="9032284" y="1171674"/>
            <a:ext cx="2778716" cy="900161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693D04-2FAB-6550-FCC6-CF5454C07E0A}"/>
              </a:ext>
            </a:extLst>
          </p:cNvPr>
          <p:cNvSpPr txBox="1"/>
          <p:nvPr/>
        </p:nvSpPr>
        <p:spPr>
          <a:xfrm>
            <a:off x="9115301" y="1475560"/>
            <a:ext cx="2248660" cy="2923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1300" b="1" dirty="0">
                <a:solidFill>
                  <a:schemeClr val="accent1"/>
                </a:solidFill>
              </a:rPr>
              <a:t>It Does This By: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E08BC00-0F4A-AB61-B014-5B6435B3CC9F}"/>
              </a:ext>
            </a:extLst>
          </p:cNvPr>
          <p:cNvGrpSpPr/>
          <p:nvPr/>
        </p:nvGrpSpPr>
        <p:grpSpPr>
          <a:xfrm>
            <a:off x="9183418" y="2237193"/>
            <a:ext cx="2531062" cy="577081"/>
            <a:chOff x="728280" y="2744747"/>
            <a:chExt cx="2531062" cy="577081"/>
          </a:xfrm>
        </p:grpSpPr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D8064A58-7B89-1F6A-5D9A-A061F0CA93A7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51" name="Freeform 43">
                <a:extLst>
                  <a:ext uri="{FF2B5EF4-FFF2-40B4-BE49-F238E27FC236}">
                    <a16:creationId xmlns:a16="http://schemas.microsoft.com/office/drawing/2014/main" id="{9FF51A3E-EE8B-BBEE-04F6-048253C3BC31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2" name="Oval 51">
                <a:extLst>
                  <a:ext uri="{FF2B5EF4-FFF2-40B4-BE49-F238E27FC236}">
                    <a16:creationId xmlns:a16="http://schemas.microsoft.com/office/drawing/2014/main" id="{F12DBA46-575C-D7FA-D48A-30A8D8E03B6A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F90AD62-FE6B-A727-3E4D-6E9C9BB551A7}"/>
                </a:ext>
              </a:extLst>
            </p:cNvPr>
            <p:cNvSpPr txBox="1"/>
            <p:nvPr/>
          </p:nvSpPr>
          <p:spPr>
            <a:xfrm>
              <a:off x="1027196" y="2744747"/>
              <a:ext cx="2232146" cy="57708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Comparing the predicted word to a small list of important words</a:t>
              </a:r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052ED59-0E8A-A0D4-6F34-782338E69FCE}"/>
              </a:ext>
            </a:extLst>
          </p:cNvPr>
          <p:cNvGrpSpPr/>
          <p:nvPr/>
        </p:nvGrpSpPr>
        <p:grpSpPr>
          <a:xfrm>
            <a:off x="9183418" y="2947144"/>
            <a:ext cx="2531062" cy="415498"/>
            <a:chOff x="728280" y="2806488"/>
            <a:chExt cx="2531062" cy="415498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86676B1D-50A9-805A-E069-2840C3EE70EE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56" name="Freeform 43">
                <a:extLst>
                  <a:ext uri="{FF2B5EF4-FFF2-40B4-BE49-F238E27FC236}">
                    <a16:creationId xmlns:a16="http://schemas.microsoft.com/office/drawing/2014/main" id="{9702360B-C7A0-1F1C-2CCF-A24720CA57B7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8B10A7AA-1206-E382-5DBC-80FA2980099A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B6D4D1BD-75C1-529F-71E0-15F4AE584A64}"/>
                </a:ext>
              </a:extLst>
            </p:cNvPr>
            <p:cNvSpPr txBox="1"/>
            <p:nvPr/>
          </p:nvSpPr>
          <p:spPr>
            <a:xfrm>
              <a:off x="1027196" y="2806488"/>
              <a:ext cx="2232146" cy="4154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 (like “help,” “water,” “nurse,” “tired”).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A2381D98-053C-7657-BB8D-6ED7A2D12696}"/>
              </a:ext>
            </a:extLst>
          </p:cNvPr>
          <p:cNvGrpSpPr/>
          <p:nvPr/>
        </p:nvGrpSpPr>
        <p:grpSpPr>
          <a:xfrm>
            <a:off x="9183418" y="3495512"/>
            <a:ext cx="2531062" cy="415498"/>
            <a:chOff x="728280" y="2800138"/>
            <a:chExt cx="2531062" cy="41549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33C0C807-CD41-1C0E-9059-EE8348891831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61" name="Freeform 43">
                <a:extLst>
                  <a:ext uri="{FF2B5EF4-FFF2-40B4-BE49-F238E27FC236}">
                    <a16:creationId xmlns:a16="http://schemas.microsoft.com/office/drawing/2014/main" id="{5FF82C5C-A07C-B081-5D90-A49A775C7AD5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F4E84BDB-573E-D0BF-01A4-74E1DDC60977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FF85CE38-30A2-F0A2-E1A6-AA38F1C4392E}"/>
                </a:ext>
              </a:extLst>
            </p:cNvPr>
            <p:cNvSpPr txBox="1"/>
            <p:nvPr/>
          </p:nvSpPr>
          <p:spPr>
            <a:xfrm>
              <a:off x="1027196" y="2800138"/>
              <a:ext cx="2232146" cy="415498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Finding which real word is closest to what the user typed.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2A2E126-A927-25C4-9C22-403A1EE340A3}"/>
              </a:ext>
            </a:extLst>
          </p:cNvPr>
          <p:cNvGrpSpPr/>
          <p:nvPr/>
        </p:nvGrpSpPr>
        <p:grpSpPr>
          <a:xfrm>
            <a:off x="9183418" y="4043880"/>
            <a:ext cx="2593114" cy="577081"/>
            <a:chOff x="728280" y="2800138"/>
            <a:chExt cx="2593114" cy="577081"/>
          </a:xfrm>
        </p:grpSpPr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D4C43647-1912-2D64-E624-2A40B223196A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71" name="Freeform 43">
                <a:extLst>
                  <a:ext uri="{FF2B5EF4-FFF2-40B4-BE49-F238E27FC236}">
                    <a16:creationId xmlns:a16="http://schemas.microsoft.com/office/drawing/2014/main" id="{8FF19397-FCB2-DF13-0A48-CE00AD514D0E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6FEF91CB-E0B3-5B6A-01A0-81BFBD480A50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F95F86BA-4FBB-F24C-4ED6-DCA8992FF74E}"/>
                </a:ext>
              </a:extLst>
            </p:cNvPr>
            <p:cNvSpPr txBox="1"/>
            <p:nvPr/>
          </p:nvSpPr>
          <p:spPr>
            <a:xfrm>
              <a:off x="1027196" y="2800138"/>
              <a:ext cx="2294198" cy="577081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If the match is close enough, the system replaces the mistake with the correct word.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F0B7F272-2ADC-7FAB-AD64-344FA47336D2}"/>
              </a:ext>
            </a:extLst>
          </p:cNvPr>
          <p:cNvGrpSpPr/>
          <p:nvPr/>
        </p:nvGrpSpPr>
        <p:grpSpPr>
          <a:xfrm>
            <a:off x="9183418" y="4753833"/>
            <a:ext cx="2593114" cy="738664"/>
            <a:chOff x="728280" y="2800138"/>
            <a:chExt cx="2593114" cy="738664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A9FF51B2-786E-FDA2-4264-59ED4223382E}"/>
                </a:ext>
              </a:extLst>
            </p:cNvPr>
            <p:cNvGrpSpPr/>
            <p:nvPr/>
          </p:nvGrpSpPr>
          <p:grpSpPr>
            <a:xfrm>
              <a:off x="728280" y="2825462"/>
              <a:ext cx="252361" cy="367352"/>
              <a:chOff x="5415009" y="1133196"/>
              <a:chExt cx="145060" cy="211158"/>
            </a:xfrm>
          </p:grpSpPr>
          <p:sp>
            <p:nvSpPr>
              <p:cNvPr id="76" name="Freeform 43">
                <a:extLst>
                  <a:ext uri="{FF2B5EF4-FFF2-40B4-BE49-F238E27FC236}">
                    <a16:creationId xmlns:a16="http://schemas.microsoft.com/office/drawing/2014/main" id="{6FC334BC-1ACE-C48D-3298-310747555236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t">
                <a:noAutofit/>
              </a:bodyPr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C7F555F4-BBE4-DF87-31D1-7A094420D49E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D7F96328-AB2B-CF18-CDC0-F2811E9A68ED}"/>
                </a:ext>
              </a:extLst>
            </p:cNvPr>
            <p:cNvSpPr txBox="1"/>
            <p:nvPr/>
          </p:nvSpPr>
          <p:spPr>
            <a:xfrm>
              <a:off x="1027196" y="2800138"/>
              <a:ext cx="2294198" cy="73866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r>
                <a:rPr lang="en-US" sz="1050" dirty="0">
                  <a:solidFill>
                    <a:schemeClr val="bg1"/>
                  </a:solidFill>
                </a:rPr>
                <a:t>So even if the brain model makes one or two small errors, the final output is still a clear, meaningful word.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B37780BB-A6AD-A09A-2401-9DD0670D534D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40701F39-C5B1-01DB-212D-E021907FFF4E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0E9FE40-9ADD-C5E7-7B30-4A504FF87028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Pipeline </a:t>
              </a:r>
            </a:p>
          </p:txBody>
        </p:sp>
      </p:grp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3AEB175-9F92-8385-D187-82846E29EE4C}"/>
              </a:ext>
            </a:extLst>
          </p:cNvPr>
          <p:cNvSpPr/>
          <p:nvPr/>
        </p:nvSpPr>
        <p:spPr>
          <a:xfrm>
            <a:off x="6096000" y="3983822"/>
            <a:ext cx="2778716" cy="1796491"/>
          </a:xfrm>
          <a:prstGeom prst="roundRect">
            <a:avLst>
              <a:gd name="adj" fmla="val 8646"/>
            </a:avLst>
          </a:prstGeom>
          <a:solidFill>
            <a:schemeClr val="accent1"/>
          </a:solidFill>
          <a:ln>
            <a:noFill/>
          </a:ln>
          <a:effectLst>
            <a:outerShdw blurRad="342900" sx="102000" sy="102000" algn="ctr" rotWithShape="0">
              <a:schemeClr val="accent1">
                <a:alpha val="6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2A3A7AD-B9B6-00EB-0551-9A295710E0CB}"/>
              </a:ext>
            </a:extLst>
          </p:cNvPr>
          <p:cNvGrpSpPr/>
          <p:nvPr/>
        </p:nvGrpSpPr>
        <p:grpSpPr>
          <a:xfrm>
            <a:off x="5661248" y="3996564"/>
            <a:ext cx="3331062" cy="2096430"/>
            <a:chOff x="-625817" y="2380319"/>
            <a:chExt cx="6630378" cy="4172881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5839C1F-C406-73AF-29C4-4423622B4239}"/>
                </a:ext>
              </a:extLst>
            </p:cNvPr>
            <p:cNvGrpSpPr/>
            <p:nvPr/>
          </p:nvGrpSpPr>
          <p:grpSpPr>
            <a:xfrm>
              <a:off x="620185" y="2848609"/>
              <a:ext cx="4197988" cy="2766473"/>
              <a:chOff x="620185" y="2848609"/>
              <a:chExt cx="4197988" cy="2766473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C9D4690E-E1CB-56F4-4BC9-8BE5695B220E}"/>
                  </a:ext>
                </a:extLst>
              </p:cNvPr>
              <p:cNvSpPr/>
              <p:nvPr/>
            </p:nvSpPr>
            <p:spPr>
              <a:xfrm>
                <a:off x="623695" y="5196149"/>
                <a:ext cx="4194478" cy="418933"/>
              </a:xfrm>
              <a:prstGeom prst="rect">
                <a:avLst/>
              </a:prstGeom>
              <a:solidFill>
                <a:srgbClr val="F1F3F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20" name="Google Shape;886;g306e1d53ced_0_98">
                <a:extLst>
                  <a:ext uri="{FF2B5EF4-FFF2-40B4-BE49-F238E27FC236}">
                    <a16:creationId xmlns:a16="http://schemas.microsoft.com/office/drawing/2014/main" id="{B28901E5-2BFA-E01C-EB49-6A0376C321D7}"/>
                  </a:ext>
                </a:extLst>
              </p:cNvPr>
              <p:cNvPicPr preferRelativeResize="0"/>
              <p:nvPr/>
            </p:nvPicPr>
            <p:blipFill rotWithShape="1">
              <a:blip r:embed="rId2"/>
              <a:stretch/>
            </p:blipFill>
            <p:spPr>
              <a:xfrm>
                <a:off x="620185" y="2848609"/>
                <a:ext cx="4197988" cy="2369567"/>
              </a:xfrm>
              <a:prstGeom prst="rect">
                <a:avLst/>
              </a:prstGeom>
            </p:spPr>
          </p:pic>
        </p:grpSp>
        <p:pic>
          <p:nvPicPr>
            <p:cNvPr id="18" name="Picture 17" descr="A computer with a black screen&#10;&#10;Description automatically generated with low confidence">
              <a:extLst>
                <a:ext uri="{FF2B5EF4-FFF2-40B4-BE49-F238E27FC236}">
                  <a16:creationId xmlns:a16="http://schemas.microsoft.com/office/drawing/2014/main" id="{3F0859A3-D482-D6B6-C55F-88AC46846A5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5277" t="39722" r="4254" b="12639"/>
            <a:stretch/>
          </p:blipFill>
          <p:spPr>
            <a:xfrm>
              <a:off x="-625817" y="2380319"/>
              <a:ext cx="6630378" cy="41728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465400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A8136AF-6382-8DE4-CFED-1AD1037BA6CD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15" name="Rectangle: Top Corners Rounded 14">
              <a:extLst>
                <a:ext uri="{FF2B5EF4-FFF2-40B4-BE49-F238E27FC236}">
                  <a16:creationId xmlns:a16="http://schemas.microsoft.com/office/drawing/2014/main" id="{2955D4CF-9BDC-46C8-F7FE-8D4DCFCD2977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FE8E5F4-3693-46C5-B0EB-473BC8FAB3A2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Pipeline 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8FFEC12-EFF7-F82C-A8F7-BBD27639B446}"/>
              </a:ext>
            </a:extLst>
          </p:cNvPr>
          <p:cNvGrpSpPr/>
          <p:nvPr/>
        </p:nvGrpSpPr>
        <p:grpSpPr>
          <a:xfrm>
            <a:off x="470827" y="860790"/>
            <a:ext cx="5463857" cy="4925283"/>
            <a:chOff x="5293562" y="740629"/>
            <a:chExt cx="5463857" cy="4925283"/>
          </a:xfrm>
        </p:grpSpPr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ED669CD5-896E-FD8B-2CB0-1B9C3F8C8644}"/>
                </a:ext>
              </a:extLst>
            </p:cNvPr>
            <p:cNvSpPr/>
            <p:nvPr/>
          </p:nvSpPr>
          <p:spPr>
            <a:xfrm>
              <a:off x="5293567" y="740629"/>
              <a:ext cx="5463852" cy="1648582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7A4B3FC-EB42-5A8C-32AE-0F7781FFDD92}"/>
                </a:ext>
              </a:extLst>
            </p:cNvPr>
            <p:cNvSpPr txBox="1"/>
            <p:nvPr/>
          </p:nvSpPr>
          <p:spPr>
            <a:xfrm>
              <a:off x="5485750" y="1327224"/>
              <a:ext cx="5271668" cy="94641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3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"help","please","pain","rest","stop","start","sleep","tired","water",</a:t>
              </a:r>
            </a:p>
            <a:p>
              <a:pPr>
                <a:spcBef>
                  <a:spcPts val="3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"food","cold","hot","yes","no","ok","fine","call","nurse","more","less“</a:t>
              </a:r>
            </a:p>
            <a:p>
              <a:pPr>
                <a:spcBef>
                  <a:spcPts val="3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"thank","you","bathroom","toilet","need","not","i","am","in","it","is",</a:t>
              </a:r>
            </a:p>
            <a:p>
              <a:pPr>
                <a:spcBef>
                  <a:spcPts val="3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"</a:t>
              </a:r>
              <a:r>
                <a:rPr lang="en-US" sz="1200" dirty="0" err="1">
                  <a:solidFill>
                    <a:schemeClr val="accent1"/>
                  </a:solidFill>
                </a:rPr>
                <a:t>can","cannot","sorry","happy","sad","angry","ready","again</a:t>
              </a:r>
              <a:r>
                <a:rPr lang="en-US" sz="1200" dirty="0">
                  <a:solidFill>
                    <a:schemeClr val="accent1"/>
                  </a:solidFill>
                </a:rPr>
                <a:t>"</a:t>
              </a:r>
            </a:p>
          </p:txBody>
        </p:sp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6E5F989D-DCBE-E130-DB3E-D897BCCFFA88}"/>
                </a:ext>
              </a:extLst>
            </p:cNvPr>
            <p:cNvSpPr/>
            <p:nvPr/>
          </p:nvSpPr>
          <p:spPr>
            <a:xfrm>
              <a:off x="5293567" y="2664010"/>
              <a:ext cx="5463852" cy="1395983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F8BA54E-5D0C-ED12-9273-6917A4B34AB6}"/>
                </a:ext>
              </a:extLst>
            </p:cNvPr>
            <p:cNvSpPr txBox="1"/>
            <p:nvPr/>
          </p:nvSpPr>
          <p:spPr>
            <a:xfrm>
              <a:off x="5485750" y="3329018"/>
              <a:ext cx="5122378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de-DE" sz="1200" dirty="0">
                  <a:solidFill>
                    <a:schemeClr val="accent1"/>
                  </a:solidFill>
                </a:rPr>
                <a:t>"computer","error","update","restart","wifi","internet",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 "</a:t>
              </a:r>
              <a:r>
                <a:rPr lang="en-US" sz="1200" dirty="0" err="1">
                  <a:solidFill>
                    <a:schemeClr val="accent1"/>
                  </a:solidFill>
                </a:rPr>
                <a:t>server","file","folder","code","data","system","bug","load</a:t>
              </a:r>
              <a:r>
                <a:rPr lang="en-US" sz="1200" dirty="0">
                  <a:solidFill>
                    <a:schemeClr val="accent1"/>
                  </a:solidFill>
                </a:rPr>
                <a:t>"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1AF038D5-8E1A-27BF-60D9-BC4CDA89509C}"/>
                </a:ext>
              </a:extLst>
            </p:cNvPr>
            <p:cNvSpPr/>
            <p:nvPr/>
          </p:nvSpPr>
          <p:spPr>
            <a:xfrm>
              <a:off x="5293567" y="4334791"/>
              <a:ext cx="5463852" cy="1331121"/>
            </a:xfrm>
            <a:prstGeom prst="roundRect">
              <a:avLst>
                <a:gd name="adj" fmla="val 11676"/>
              </a:avLst>
            </a:prstGeom>
            <a:solidFill>
              <a:schemeClr val="bg1"/>
            </a:solidFill>
            <a:ln>
              <a:noFill/>
            </a:ln>
            <a:effectLst>
              <a:outerShdw blurRad="342900" sx="102000" sy="102000" algn="ctr" rotWithShape="0">
                <a:schemeClr val="accent1">
                  <a:alpha val="6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6646697-911C-7DC0-EE20-A0052D7F9846}"/>
                </a:ext>
              </a:extLst>
            </p:cNvPr>
            <p:cNvSpPr txBox="1"/>
            <p:nvPr/>
          </p:nvSpPr>
          <p:spPr>
            <a:xfrm>
              <a:off x="5485749" y="4969367"/>
              <a:ext cx="5197023" cy="5386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 "</a:t>
              </a:r>
              <a:r>
                <a:rPr lang="en-US" sz="1200" dirty="0" err="1">
                  <a:solidFill>
                    <a:schemeClr val="accent1"/>
                  </a:solidFill>
                </a:rPr>
                <a:t>meeting","deadline","approve","reject","schedule","cancel</a:t>
              </a:r>
              <a:r>
                <a:rPr lang="en-US" sz="1200" dirty="0">
                  <a:solidFill>
                    <a:schemeClr val="accent1"/>
                  </a:solidFill>
                </a:rPr>
                <a:t>",</a:t>
              </a:r>
            </a:p>
            <a:p>
              <a:pPr>
                <a:spcBef>
                  <a:spcPts val="600"/>
                </a:spcBef>
              </a:pPr>
              <a:r>
                <a:rPr lang="en-US" sz="1200" dirty="0">
                  <a:solidFill>
                    <a:schemeClr val="accent1"/>
                  </a:solidFill>
                </a:rPr>
                <a:t> "client","budget","report","review","presentation","target","goal"</a:t>
              </a:r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96A09604-BD38-8E83-A9E1-2CF063DFF32B}"/>
                </a:ext>
              </a:extLst>
            </p:cNvPr>
            <p:cNvSpPr/>
            <p:nvPr/>
          </p:nvSpPr>
          <p:spPr>
            <a:xfrm rot="5400000">
              <a:off x="5994817" y="245532"/>
              <a:ext cx="360047" cy="1762553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EB3C9AD1-C716-192D-6805-26B7CE95BE58}"/>
                </a:ext>
              </a:extLst>
            </p:cNvPr>
            <p:cNvSpPr txBox="1"/>
            <p:nvPr/>
          </p:nvSpPr>
          <p:spPr>
            <a:xfrm>
              <a:off x="5485749" y="972920"/>
              <a:ext cx="14522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>
                  <a:solidFill>
                    <a:schemeClr val="accent1"/>
                  </a:solidFill>
                </a:rPr>
                <a:t>Dictionary = </a:t>
              </a:r>
            </a:p>
          </p:txBody>
        </p:sp>
        <p:sp>
          <p:nvSpPr>
            <p:cNvPr id="37" name="Rectangle: Top Corners Rounded 36">
              <a:extLst>
                <a:ext uri="{FF2B5EF4-FFF2-40B4-BE49-F238E27FC236}">
                  <a16:creationId xmlns:a16="http://schemas.microsoft.com/office/drawing/2014/main" id="{69A811BB-D759-50D4-F510-254CCEEC9865}"/>
                </a:ext>
              </a:extLst>
            </p:cNvPr>
            <p:cNvSpPr/>
            <p:nvPr/>
          </p:nvSpPr>
          <p:spPr>
            <a:xfrm rot="5400000">
              <a:off x="6448207" y="1758536"/>
              <a:ext cx="360047" cy="2669337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A5032F6-2811-F9DB-2589-F5BA83C3B537}"/>
                </a:ext>
              </a:extLst>
            </p:cNvPr>
            <p:cNvSpPr txBox="1"/>
            <p:nvPr/>
          </p:nvSpPr>
          <p:spPr>
            <a:xfrm>
              <a:off x="5485749" y="2939315"/>
              <a:ext cx="303341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</a:rPr>
                <a:t>Technical_Dictionary</a:t>
              </a:r>
              <a:r>
                <a:rPr lang="en-US" sz="1400" b="1" dirty="0">
                  <a:solidFill>
                    <a:schemeClr val="bg1"/>
                  </a:solidFill>
                </a:rPr>
                <a:t> = </a:t>
              </a:r>
            </a:p>
          </p:txBody>
        </p:sp>
        <p:sp>
          <p:nvSpPr>
            <p:cNvPr id="43" name="Rectangle: Top Corners Rounded 42">
              <a:extLst>
                <a:ext uri="{FF2B5EF4-FFF2-40B4-BE49-F238E27FC236}">
                  <a16:creationId xmlns:a16="http://schemas.microsoft.com/office/drawing/2014/main" id="{E89EA707-0775-963E-E822-8FA78124D4ED}"/>
                </a:ext>
              </a:extLst>
            </p:cNvPr>
            <p:cNvSpPr/>
            <p:nvPr/>
          </p:nvSpPr>
          <p:spPr>
            <a:xfrm rot="5400000">
              <a:off x="6352957" y="3511563"/>
              <a:ext cx="360047" cy="2478838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85927ECF-4DD1-A46C-19F4-7D97BC0361D5}"/>
                </a:ext>
              </a:extLst>
            </p:cNvPr>
            <p:cNvSpPr txBox="1"/>
            <p:nvPr/>
          </p:nvSpPr>
          <p:spPr>
            <a:xfrm>
              <a:off x="5485749" y="4597092"/>
              <a:ext cx="294959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 dirty="0" err="1">
                  <a:solidFill>
                    <a:schemeClr val="bg1"/>
                  </a:solidFill>
                </a:rPr>
                <a:t>Business_Dictionary</a:t>
              </a:r>
              <a:r>
                <a:rPr lang="en-US" sz="1400" b="1" dirty="0">
                  <a:solidFill>
                    <a:schemeClr val="bg1"/>
                  </a:solidFill>
                </a:rPr>
                <a:t> </a:t>
              </a:r>
            </a:p>
          </p:txBody>
        </p:sp>
      </p:grpSp>
      <p:pic>
        <p:nvPicPr>
          <p:cNvPr id="46" name="Picture 45">
            <a:extLst>
              <a:ext uri="{FF2B5EF4-FFF2-40B4-BE49-F238E27FC236}">
                <a16:creationId xmlns:a16="http://schemas.microsoft.com/office/drawing/2014/main" id="{7783736F-A87C-9838-A7C6-ED82CA7604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48" r="18048"/>
          <a:stretch/>
        </p:blipFill>
        <p:spPr>
          <a:xfrm>
            <a:off x="6690360" y="1071927"/>
            <a:ext cx="4521200" cy="4714146"/>
          </a:xfrm>
          <a:prstGeom prst="roundRect">
            <a:avLst>
              <a:gd name="adj" fmla="val 8521"/>
            </a:avLst>
          </a:prstGeom>
        </p:spPr>
      </p:pic>
    </p:spTree>
    <p:extLst>
      <p:ext uri="{BB962C8B-B14F-4D97-AF65-F5344CB8AC3E}">
        <p14:creationId xmlns:p14="http://schemas.microsoft.com/office/powerpoint/2010/main" val="36890016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2A6ECCD-FA79-B54E-6735-09A3A4C3A29F}"/>
              </a:ext>
            </a:extLst>
          </p:cNvPr>
          <p:cNvSpPr txBox="1"/>
          <p:nvPr/>
        </p:nvSpPr>
        <p:spPr>
          <a:xfrm>
            <a:off x="415468" y="859682"/>
            <a:ext cx="46463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1"/>
                </a:solidFill>
                <a:latin typeface="+mj-lt"/>
              </a:rPr>
              <a:t>CHALLENGES</a:t>
            </a: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19BC438-EB3B-7F52-5012-6A3D29FD61F2}"/>
              </a:ext>
            </a:extLst>
          </p:cNvPr>
          <p:cNvGrpSpPr/>
          <p:nvPr/>
        </p:nvGrpSpPr>
        <p:grpSpPr>
          <a:xfrm>
            <a:off x="543223" y="1847629"/>
            <a:ext cx="6184836" cy="523220"/>
            <a:chOff x="543223" y="1847629"/>
            <a:chExt cx="6184836" cy="523220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9FA5B7-0A52-70B8-E3B1-49E94C0D9893}"/>
                </a:ext>
              </a:extLst>
            </p:cNvPr>
            <p:cNvGrpSpPr/>
            <p:nvPr/>
          </p:nvGrpSpPr>
          <p:grpSpPr>
            <a:xfrm>
              <a:off x="543223" y="1925563"/>
              <a:ext cx="252361" cy="367352"/>
              <a:chOff x="5415009" y="1133196"/>
              <a:chExt cx="145060" cy="211158"/>
            </a:xfrm>
          </p:grpSpPr>
          <p:sp>
            <p:nvSpPr>
              <p:cNvPr id="8" name="Freeform 43">
                <a:extLst>
                  <a:ext uri="{FF2B5EF4-FFF2-40B4-BE49-F238E27FC236}">
                    <a16:creationId xmlns:a16="http://schemas.microsoft.com/office/drawing/2014/main" id="{807ED761-25C5-77DE-6F1D-733D94A5E3D5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0876894-2141-B5D9-31C0-0A8EECD058ED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63C1FE-3A06-7E76-EC39-1436C863131A}"/>
                </a:ext>
              </a:extLst>
            </p:cNvPr>
            <p:cNvSpPr txBox="1"/>
            <p:nvPr/>
          </p:nvSpPr>
          <p:spPr>
            <a:xfrm>
              <a:off x="941786" y="1847629"/>
              <a:ext cx="5786273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amet, consectetuer adipiscing elit. Maecenas porttitor congue massa. Fusce posuere, magna</a:t>
              </a:r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B510E49-8948-BB40-CAF3-3B176165A66F}"/>
              </a:ext>
            </a:extLst>
          </p:cNvPr>
          <p:cNvGrpSpPr/>
          <p:nvPr/>
        </p:nvGrpSpPr>
        <p:grpSpPr>
          <a:xfrm>
            <a:off x="543223" y="2681374"/>
            <a:ext cx="6184836" cy="523220"/>
            <a:chOff x="543223" y="1847629"/>
            <a:chExt cx="6184836" cy="52322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82F3E164-9DFF-0F4F-DFDA-A8DE3D0D5D29}"/>
                </a:ext>
              </a:extLst>
            </p:cNvPr>
            <p:cNvGrpSpPr/>
            <p:nvPr/>
          </p:nvGrpSpPr>
          <p:grpSpPr>
            <a:xfrm>
              <a:off x="543223" y="1925563"/>
              <a:ext cx="252361" cy="367352"/>
              <a:chOff x="5415009" y="1133196"/>
              <a:chExt cx="145060" cy="211158"/>
            </a:xfrm>
          </p:grpSpPr>
          <p:sp>
            <p:nvSpPr>
              <p:cNvPr id="34" name="Freeform 43">
                <a:extLst>
                  <a:ext uri="{FF2B5EF4-FFF2-40B4-BE49-F238E27FC236}">
                    <a16:creationId xmlns:a16="http://schemas.microsoft.com/office/drawing/2014/main" id="{56EE8888-3323-6CAD-C0F1-18819869DBFF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35" name="Oval 34">
                <a:extLst>
                  <a:ext uri="{FF2B5EF4-FFF2-40B4-BE49-F238E27FC236}">
                    <a16:creationId xmlns:a16="http://schemas.microsoft.com/office/drawing/2014/main" id="{111D248E-869F-A317-4D54-F2F416E4B993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65FA49-4E8C-D9AF-D8ED-E88EB6E8F0D9}"/>
                </a:ext>
              </a:extLst>
            </p:cNvPr>
            <p:cNvSpPr txBox="1"/>
            <p:nvPr/>
          </p:nvSpPr>
          <p:spPr>
            <a:xfrm>
              <a:off x="941786" y="1847629"/>
              <a:ext cx="5786273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consectetuer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adipiscing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elit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Maecenas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congue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massa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posuere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magna</a:t>
              </a:r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C5DB305-F21F-23F8-7D15-36C1A9739BE2}"/>
              </a:ext>
            </a:extLst>
          </p:cNvPr>
          <p:cNvGrpSpPr/>
          <p:nvPr/>
        </p:nvGrpSpPr>
        <p:grpSpPr>
          <a:xfrm>
            <a:off x="543223" y="3515119"/>
            <a:ext cx="6184836" cy="523220"/>
            <a:chOff x="543223" y="1847629"/>
            <a:chExt cx="6184836" cy="523220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5CB5FB33-E77F-4E93-B398-2032F6B90B7E}"/>
                </a:ext>
              </a:extLst>
            </p:cNvPr>
            <p:cNvGrpSpPr/>
            <p:nvPr/>
          </p:nvGrpSpPr>
          <p:grpSpPr>
            <a:xfrm>
              <a:off x="543223" y="1925563"/>
              <a:ext cx="252361" cy="367352"/>
              <a:chOff x="5415009" y="1133196"/>
              <a:chExt cx="145060" cy="211158"/>
            </a:xfrm>
          </p:grpSpPr>
          <p:sp>
            <p:nvSpPr>
              <p:cNvPr id="39" name="Freeform 43">
                <a:extLst>
                  <a:ext uri="{FF2B5EF4-FFF2-40B4-BE49-F238E27FC236}">
                    <a16:creationId xmlns:a16="http://schemas.microsoft.com/office/drawing/2014/main" id="{B15802F3-2BD0-83EF-9F3A-6019ED097FAB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A6D4C068-7B5B-CACB-455D-40FD63EC1579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3D88CA9-D3F5-F065-9030-12F7F7AE610C}"/>
                </a:ext>
              </a:extLst>
            </p:cNvPr>
            <p:cNvSpPr txBox="1"/>
            <p:nvPr/>
          </p:nvSpPr>
          <p:spPr>
            <a:xfrm>
              <a:off x="941786" y="1847629"/>
              <a:ext cx="5786273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consectetuer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adipiscing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elit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Maecenas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congue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massa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posuere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magna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1345F39D-C2D6-009B-854B-562F282AC65D}"/>
              </a:ext>
            </a:extLst>
          </p:cNvPr>
          <p:cNvGrpSpPr/>
          <p:nvPr/>
        </p:nvGrpSpPr>
        <p:grpSpPr>
          <a:xfrm>
            <a:off x="543223" y="4348864"/>
            <a:ext cx="6184836" cy="523220"/>
            <a:chOff x="543223" y="1847629"/>
            <a:chExt cx="6184836" cy="523220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5AD3D752-B88F-A5ED-7EE4-A61A88841284}"/>
                </a:ext>
              </a:extLst>
            </p:cNvPr>
            <p:cNvGrpSpPr/>
            <p:nvPr/>
          </p:nvGrpSpPr>
          <p:grpSpPr>
            <a:xfrm>
              <a:off x="543223" y="1925563"/>
              <a:ext cx="252361" cy="367352"/>
              <a:chOff x="5415009" y="1133196"/>
              <a:chExt cx="145060" cy="211158"/>
            </a:xfrm>
          </p:grpSpPr>
          <p:sp>
            <p:nvSpPr>
              <p:cNvPr id="44" name="Freeform 43">
                <a:extLst>
                  <a:ext uri="{FF2B5EF4-FFF2-40B4-BE49-F238E27FC236}">
                    <a16:creationId xmlns:a16="http://schemas.microsoft.com/office/drawing/2014/main" id="{402F8E7B-D7A8-EE7A-817C-4184132AA4DF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15D27D5A-51F9-D78D-74FF-65DDCAA57DE9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EFDA4D48-E0F4-2C2B-DF10-15C59415EA90}"/>
                </a:ext>
              </a:extLst>
            </p:cNvPr>
            <p:cNvSpPr txBox="1"/>
            <p:nvPr/>
          </p:nvSpPr>
          <p:spPr>
            <a:xfrm>
              <a:off x="941786" y="1847629"/>
              <a:ext cx="5786273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consectetuer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adipiscing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elit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Maecenas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congue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massa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posuere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magna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05465186-A5DF-3D3C-B76F-1F94E1D195FA}"/>
              </a:ext>
            </a:extLst>
          </p:cNvPr>
          <p:cNvGrpSpPr/>
          <p:nvPr/>
        </p:nvGrpSpPr>
        <p:grpSpPr>
          <a:xfrm>
            <a:off x="543223" y="5182608"/>
            <a:ext cx="6184836" cy="523220"/>
            <a:chOff x="543223" y="1847629"/>
            <a:chExt cx="6184836" cy="523220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666A4436-91C9-5199-DBC6-A0A38D911034}"/>
                </a:ext>
              </a:extLst>
            </p:cNvPr>
            <p:cNvGrpSpPr/>
            <p:nvPr/>
          </p:nvGrpSpPr>
          <p:grpSpPr>
            <a:xfrm>
              <a:off x="543223" y="1925563"/>
              <a:ext cx="252361" cy="367352"/>
              <a:chOff x="5415009" y="1133196"/>
              <a:chExt cx="145060" cy="211158"/>
            </a:xfrm>
          </p:grpSpPr>
          <p:sp>
            <p:nvSpPr>
              <p:cNvPr id="49" name="Freeform 43">
                <a:extLst>
                  <a:ext uri="{FF2B5EF4-FFF2-40B4-BE49-F238E27FC236}">
                    <a16:creationId xmlns:a16="http://schemas.microsoft.com/office/drawing/2014/main" id="{ED93B70A-0FE3-C8B1-DB07-3AB7E56601ED}"/>
                  </a:ext>
                </a:extLst>
              </p:cNvPr>
              <p:cNvSpPr/>
              <p:nvPr/>
            </p:nvSpPr>
            <p:spPr>
              <a:xfrm rot="10800000" flipH="1">
                <a:off x="5415009" y="1133196"/>
                <a:ext cx="105627" cy="211158"/>
              </a:xfrm>
              <a:custGeom>
                <a:avLst/>
                <a:gdLst>
                  <a:gd name="connsiteX0" fmla="*/ 0 w 322436"/>
                  <a:gd name="connsiteY0" fmla="*/ 322288 h 644578"/>
                  <a:gd name="connsiteX1" fmla="*/ 0 w 322436"/>
                  <a:gd name="connsiteY1" fmla="*/ 322289 h 644578"/>
                  <a:gd name="connsiteX2" fmla="*/ 0 w 322436"/>
                  <a:gd name="connsiteY2" fmla="*/ 322289 h 644578"/>
                  <a:gd name="connsiteX3" fmla="*/ 322289 w 322436"/>
                  <a:gd name="connsiteY3" fmla="*/ 0 h 644578"/>
                  <a:gd name="connsiteX4" fmla="*/ 322436 w 322436"/>
                  <a:gd name="connsiteY4" fmla="*/ 15 h 644578"/>
                  <a:gd name="connsiteX5" fmla="*/ 322436 w 322436"/>
                  <a:gd name="connsiteY5" fmla="*/ 644563 h 644578"/>
                  <a:gd name="connsiteX6" fmla="*/ 322288 w 322436"/>
                  <a:gd name="connsiteY6" fmla="*/ 644578 h 644578"/>
                  <a:gd name="connsiteX7" fmla="*/ 322289 w 322436"/>
                  <a:gd name="connsiteY7" fmla="*/ 644577 h 644578"/>
                  <a:gd name="connsiteX8" fmla="*/ 6548 w 322436"/>
                  <a:gd name="connsiteY8" fmla="*/ 387241 h 644578"/>
                  <a:gd name="connsiteX9" fmla="*/ 0 w 322436"/>
                  <a:gd name="connsiteY9" fmla="*/ 322289 h 644578"/>
                  <a:gd name="connsiteX10" fmla="*/ 6548 w 322436"/>
                  <a:gd name="connsiteY10" fmla="*/ 257337 h 644578"/>
                  <a:gd name="connsiteX11" fmla="*/ 322289 w 322436"/>
                  <a:gd name="connsiteY11" fmla="*/ 0 h 6445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22436" h="644578">
                    <a:moveTo>
                      <a:pt x="0" y="322288"/>
                    </a:moveTo>
                    <a:lnTo>
                      <a:pt x="0" y="322289"/>
                    </a:lnTo>
                    <a:lnTo>
                      <a:pt x="0" y="322289"/>
                    </a:lnTo>
                    <a:close/>
                    <a:moveTo>
                      <a:pt x="322289" y="0"/>
                    </a:moveTo>
                    <a:lnTo>
                      <a:pt x="322436" y="15"/>
                    </a:lnTo>
                    <a:lnTo>
                      <a:pt x="322436" y="644563"/>
                    </a:lnTo>
                    <a:lnTo>
                      <a:pt x="322288" y="644578"/>
                    </a:lnTo>
                    <a:lnTo>
                      <a:pt x="322289" y="644577"/>
                    </a:lnTo>
                    <a:cubicBezTo>
                      <a:pt x="166544" y="644577"/>
                      <a:pt x="36600" y="534102"/>
                      <a:pt x="6548" y="387241"/>
                    </a:cubicBezTo>
                    <a:lnTo>
                      <a:pt x="0" y="322289"/>
                    </a:lnTo>
                    <a:lnTo>
                      <a:pt x="6548" y="257337"/>
                    </a:lnTo>
                    <a:cubicBezTo>
                      <a:pt x="36600" y="110475"/>
                      <a:pt x="166544" y="0"/>
                      <a:pt x="32228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50" name="Oval 49">
                <a:extLst>
                  <a:ext uri="{FF2B5EF4-FFF2-40B4-BE49-F238E27FC236}">
                    <a16:creationId xmlns:a16="http://schemas.microsoft.com/office/drawing/2014/main" id="{8C988983-FEDE-CCFE-8B80-1F1203AA32EE}"/>
                  </a:ext>
                </a:extLst>
              </p:cNvPr>
              <p:cNvSpPr/>
              <p:nvPr/>
            </p:nvSpPr>
            <p:spPr>
              <a:xfrm>
                <a:off x="5481202" y="1199340"/>
                <a:ext cx="78867" cy="78867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11CC5F1E-3CE7-0804-5DE2-2618808CD9BC}"/>
                </a:ext>
              </a:extLst>
            </p:cNvPr>
            <p:cNvSpPr txBox="1"/>
            <p:nvPr/>
          </p:nvSpPr>
          <p:spPr>
            <a:xfrm>
              <a:off x="941786" y="1847629"/>
              <a:ext cx="5786273" cy="523220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Lorem ipsum dolor sit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amet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consectetuer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adipiscing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elit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Maecenas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porttitor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congue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massa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.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Fusce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sz="14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posuere</a:t>
              </a:r>
              <a:r>
                <a: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, magna</a:t>
              </a:r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1A687DB7-EC80-0336-1E26-83FE03F655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065" r="18065"/>
          <a:stretch/>
        </p:blipFill>
        <p:spPr>
          <a:xfrm>
            <a:off x="7289800" y="1175364"/>
            <a:ext cx="4521200" cy="4714146"/>
          </a:xfrm>
          <a:prstGeom prst="roundRect">
            <a:avLst>
              <a:gd name="adj" fmla="val 8521"/>
            </a:avLst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E8F999B4-67A0-7567-8F49-A1E7679BD28A}"/>
              </a:ext>
            </a:extLst>
          </p:cNvPr>
          <p:cNvGrpSpPr/>
          <p:nvPr/>
        </p:nvGrpSpPr>
        <p:grpSpPr>
          <a:xfrm>
            <a:off x="381000" y="1171"/>
            <a:ext cx="1836419" cy="295274"/>
            <a:chOff x="381000" y="1171"/>
            <a:chExt cx="1836419" cy="295274"/>
          </a:xfrm>
        </p:grpSpPr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C4DF9E4-3D7B-5F24-9C58-DB6577CC9F3F}"/>
                </a:ext>
              </a:extLst>
            </p:cNvPr>
            <p:cNvSpPr/>
            <p:nvPr/>
          </p:nvSpPr>
          <p:spPr>
            <a:xfrm rot="10800000">
              <a:off x="381000" y="1171"/>
              <a:ext cx="1836419" cy="295274"/>
            </a:xfrm>
            <a:prstGeom prst="round2SameRect">
              <a:avLst>
                <a:gd name="adj1" fmla="val 33696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75BF0A-DED1-213B-F1C5-4ACAC5CFB029}"/>
                </a:ext>
              </a:extLst>
            </p:cNvPr>
            <p:cNvSpPr txBox="1"/>
            <p:nvPr/>
          </p:nvSpPr>
          <p:spPr>
            <a:xfrm>
              <a:off x="470827" y="18003"/>
              <a:ext cx="1656764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100" dirty="0">
                  <a:solidFill>
                    <a:schemeClr val="bg1"/>
                  </a:solidFill>
                </a:rPr>
                <a:t>Challenges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217352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100000">
              <a:schemeClr val="accent1">
                <a:lumMod val="75000"/>
                <a:lumOff val="25000"/>
              </a:schemeClr>
            </a:gs>
            <a:gs pos="20000">
              <a:schemeClr val="accent1"/>
            </a:gs>
          </a:gsLst>
          <a:lin ang="24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44869E-99DD-83B8-30E5-C4B5E4977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Oval 95">
            <a:extLst>
              <a:ext uri="{FF2B5EF4-FFF2-40B4-BE49-F238E27FC236}">
                <a16:creationId xmlns:a16="http://schemas.microsoft.com/office/drawing/2014/main" id="{077C7C05-C4F7-0625-8742-12105792004E}"/>
              </a:ext>
            </a:extLst>
          </p:cNvPr>
          <p:cNvSpPr/>
          <p:nvPr/>
        </p:nvSpPr>
        <p:spPr>
          <a:xfrm>
            <a:off x="0" y="4283264"/>
            <a:ext cx="12192000" cy="6314886"/>
          </a:xfrm>
          <a:prstGeom prst="ellipse">
            <a:avLst/>
          </a:prstGeom>
          <a:solidFill>
            <a:schemeClr val="accent3">
              <a:alpha val="32000"/>
            </a:schemeClr>
          </a:solidFill>
          <a:ln>
            <a:noFill/>
          </a:ln>
          <a:effectLst>
            <a:softEdge rad="12700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267E7F6E-0DDB-3BD0-0728-73AA02BDDCF0}"/>
              </a:ext>
            </a:extLst>
          </p:cNvPr>
          <p:cNvSpPr/>
          <p:nvPr/>
        </p:nvSpPr>
        <p:spPr>
          <a:xfrm>
            <a:off x="0" y="6858000"/>
            <a:ext cx="12192000" cy="354330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Rectangle 1">
            <a:extLst>
              <a:ext uri="{FF2B5EF4-FFF2-40B4-BE49-F238E27FC236}">
                <a16:creationId xmlns:a16="http://schemas.microsoft.com/office/drawing/2014/main" id="{53B7A128-3059-D3DC-F9AB-9CC4E77D8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50" y="3368199"/>
            <a:ext cx="9882900" cy="12952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6348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8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THANK YOU!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58789E8-D2D0-8722-A2AA-8FD4DD801C0E}"/>
              </a:ext>
            </a:extLst>
          </p:cNvPr>
          <p:cNvGrpSpPr/>
          <p:nvPr/>
        </p:nvGrpSpPr>
        <p:grpSpPr>
          <a:xfrm>
            <a:off x="10655362" y="6272393"/>
            <a:ext cx="808504" cy="217902"/>
            <a:chOff x="9974276" y="5381253"/>
            <a:chExt cx="1541033" cy="415328"/>
          </a:xfrm>
        </p:grpSpPr>
        <p:sp>
          <p:nvSpPr>
            <p:cNvPr id="1251" name="Rectangle: Rounded Corners 1250">
              <a:extLst>
                <a:ext uri="{FF2B5EF4-FFF2-40B4-BE49-F238E27FC236}">
                  <a16:creationId xmlns:a16="http://schemas.microsoft.com/office/drawing/2014/main" id="{0B60F602-6F4B-2955-0DAC-99217F266828}"/>
                </a:ext>
              </a:extLst>
            </p:cNvPr>
            <p:cNvSpPr/>
            <p:nvPr/>
          </p:nvSpPr>
          <p:spPr>
            <a:xfrm>
              <a:off x="9974276" y="5381253"/>
              <a:ext cx="423206" cy="4153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39" name="Rectangle: Rounded Corners 1238">
              <a:extLst>
                <a:ext uri="{FF2B5EF4-FFF2-40B4-BE49-F238E27FC236}">
                  <a16:creationId xmlns:a16="http://schemas.microsoft.com/office/drawing/2014/main" id="{50146020-0696-1931-062F-0437530A9B12}"/>
                </a:ext>
              </a:extLst>
            </p:cNvPr>
            <p:cNvSpPr/>
            <p:nvPr/>
          </p:nvSpPr>
          <p:spPr>
            <a:xfrm>
              <a:off x="10015762" y="5421967"/>
              <a:ext cx="340234" cy="333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  <a:lumOff val="25000"/>
              </a:schemeClr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0" name="Freeform 62">
              <a:extLst>
                <a:ext uri="{FF2B5EF4-FFF2-40B4-BE49-F238E27FC236}">
                  <a16:creationId xmlns:a16="http://schemas.microsoft.com/office/drawing/2014/main" id="{CD80C191-3E49-F674-1BBB-701C1523C6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4307" y="5522683"/>
              <a:ext cx="163144" cy="132468"/>
            </a:xfrm>
            <a:custGeom>
              <a:avLst/>
              <a:gdLst>
                <a:gd name="T0" fmla="*/ 2048 w 2048"/>
                <a:gd name="T1" fmla="*/ 197 h 1664"/>
                <a:gd name="T2" fmla="*/ 1806 w 2048"/>
                <a:gd name="T3" fmla="*/ 263 h 1664"/>
                <a:gd name="T4" fmla="*/ 1991 w 2048"/>
                <a:gd name="T5" fmla="*/ 31 h 1664"/>
                <a:gd name="T6" fmla="*/ 1725 w 2048"/>
                <a:gd name="T7" fmla="*/ 133 h 1664"/>
                <a:gd name="T8" fmla="*/ 1418 w 2048"/>
                <a:gd name="T9" fmla="*/ 0 h 1664"/>
                <a:gd name="T10" fmla="*/ 998 w 2048"/>
                <a:gd name="T11" fmla="*/ 420 h 1664"/>
                <a:gd name="T12" fmla="*/ 1008 w 2048"/>
                <a:gd name="T13" fmla="*/ 516 h 1664"/>
                <a:gd name="T14" fmla="*/ 143 w 2048"/>
                <a:gd name="T15" fmla="*/ 77 h 1664"/>
                <a:gd name="T16" fmla="*/ 85 w 2048"/>
                <a:gd name="T17" fmla="*/ 289 h 1664"/>
                <a:gd name="T18" fmla="*/ 272 w 2048"/>
                <a:gd name="T19" fmla="*/ 638 h 1664"/>
                <a:gd name="T20" fmla="*/ 82 w 2048"/>
                <a:gd name="T21" fmla="*/ 586 h 1664"/>
                <a:gd name="T22" fmla="*/ 82 w 2048"/>
                <a:gd name="T23" fmla="*/ 591 h 1664"/>
                <a:gd name="T24" fmla="*/ 418 w 2048"/>
                <a:gd name="T25" fmla="*/ 1003 h 1664"/>
                <a:gd name="T26" fmla="*/ 308 w 2048"/>
                <a:gd name="T27" fmla="*/ 1017 h 1664"/>
                <a:gd name="T28" fmla="*/ 229 w 2048"/>
                <a:gd name="T29" fmla="*/ 1010 h 1664"/>
                <a:gd name="T30" fmla="*/ 621 w 2048"/>
                <a:gd name="T31" fmla="*/ 1302 h 1664"/>
                <a:gd name="T32" fmla="*/ 100 w 2048"/>
                <a:gd name="T33" fmla="*/ 1481 h 1664"/>
                <a:gd name="T34" fmla="*/ 0 w 2048"/>
                <a:gd name="T35" fmla="*/ 1476 h 1664"/>
                <a:gd name="T36" fmla="*/ 644 w 2048"/>
                <a:gd name="T37" fmla="*/ 1664 h 1664"/>
                <a:gd name="T38" fmla="*/ 1839 w 2048"/>
                <a:gd name="T39" fmla="*/ 469 h 1664"/>
                <a:gd name="T40" fmla="*/ 1838 w 2048"/>
                <a:gd name="T41" fmla="*/ 415 h 1664"/>
                <a:gd name="T42" fmla="*/ 2048 w 2048"/>
                <a:gd name="T43" fmla="*/ 197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48" h="1664">
                  <a:moveTo>
                    <a:pt x="2048" y="197"/>
                  </a:moveTo>
                  <a:cubicBezTo>
                    <a:pt x="1972" y="230"/>
                    <a:pt x="1891" y="253"/>
                    <a:pt x="1806" y="263"/>
                  </a:cubicBezTo>
                  <a:cubicBezTo>
                    <a:pt x="1893" y="211"/>
                    <a:pt x="1960" y="130"/>
                    <a:pt x="1991" y="31"/>
                  </a:cubicBezTo>
                  <a:cubicBezTo>
                    <a:pt x="1910" y="80"/>
                    <a:pt x="1820" y="114"/>
                    <a:pt x="1725" y="133"/>
                  </a:cubicBezTo>
                  <a:cubicBezTo>
                    <a:pt x="1647" y="51"/>
                    <a:pt x="1538" y="0"/>
                    <a:pt x="1418" y="0"/>
                  </a:cubicBezTo>
                  <a:cubicBezTo>
                    <a:pt x="1185" y="0"/>
                    <a:pt x="998" y="189"/>
                    <a:pt x="998" y="420"/>
                  </a:cubicBezTo>
                  <a:cubicBezTo>
                    <a:pt x="998" y="453"/>
                    <a:pt x="1001" y="485"/>
                    <a:pt x="1008" y="516"/>
                  </a:cubicBezTo>
                  <a:cubicBezTo>
                    <a:pt x="659" y="499"/>
                    <a:pt x="350" y="331"/>
                    <a:pt x="143" y="77"/>
                  </a:cubicBezTo>
                  <a:cubicBezTo>
                    <a:pt x="106" y="139"/>
                    <a:pt x="85" y="211"/>
                    <a:pt x="85" y="289"/>
                  </a:cubicBezTo>
                  <a:cubicBezTo>
                    <a:pt x="85" y="434"/>
                    <a:pt x="160" y="563"/>
                    <a:pt x="272" y="638"/>
                  </a:cubicBezTo>
                  <a:cubicBezTo>
                    <a:pt x="204" y="636"/>
                    <a:pt x="138" y="617"/>
                    <a:pt x="82" y="586"/>
                  </a:cubicBezTo>
                  <a:cubicBezTo>
                    <a:pt x="82" y="587"/>
                    <a:pt x="82" y="589"/>
                    <a:pt x="82" y="591"/>
                  </a:cubicBezTo>
                  <a:cubicBezTo>
                    <a:pt x="82" y="795"/>
                    <a:pt x="227" y="964"/>
                    <a:pt x="418" y="1003"/>
                  </a:cubicBezTo>
                  <a:cubicBezTo>
                    <a:pt x="384" y="1012"/>
                    <a:pt x="347" y="1017"/>
                    <a:pt x="308" y="1017"/>
                  </a:cubicBezTo>
                  <a:cubicBezTo>
                    <a:pt x="281" y="1017"/>
                    <a:pt x="254" y="1015"/>
                    <a:pt x="229" y="1010"/>
                  </a:cubicBezTo>
                  <a:cubicBezTo>
                    <a:pt x="283" y="1176"/>
                    <a:pt x="438" y="1298"/>
                    <a:pt x="621" y="1302"/>
                  </a:cubicBezTo>
                  <a:cubicBezTo>
                    <a:pt x="478" y="1414"/>
                    <a:pt x="297" y="1481"/>
                    <a:pt x="100" y="1481"/>
                  </a:cubicBezTo>
                  <a:cubicBezTo>
                    <a:pt x="66" y="1481"/>
                    <a:pt x="33" y="1480"/>
                    <a:pt x="0" y="1476"/>
                  </a:cubicBezTo>
                  <a:cubicBezTo>
                    <a:pt x="186" y="1596"/>
                    <a:pt x="406" y="1664"/>
                    <a:pt x="644" y="1664"/>
                  </a:cubicBezTo>
                  <a:cubicBezTo>
                    <a:pt x="1417" y="1664"/>
                    <a:pt x="1839" y="1024"/>
                    <a:pt x="1839" y="469"/>
                  </a:cubicBezTo>
                  <a:cubicBezTo>
                    <a:pt x="1839" y="451"/>
                    <a:pt x="1838" y="433"/>
                    <a:pt x="1838" y="415"/>
                  </a:cubicBezTo>
                  <a:cubicBezTo>
                    <a:pt x="1921" y="356"/>
                    <a:pt x="1991" y="282"/>
                    <a:pt x="2048" y="19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52" name="Rectangle: Rounded Corners 1251">
              <a:extLst>
                <a:ext uri="{FF2B5EF4-FFF2-40B4-BE49-F238E27FC236}">
                  <a16:creationId xmlns:a16="http://schemas.microsoft.com/office/drawing/2014/main" id="{E7B2999A-7D2B-638F-EB1F-09A493CB5A54}"/>
                </a:ext>
              </a:extLst>
            </p:cNvPr>
            <p:cNvSpPr/>
            <p:nvPr/>
          </p:nvSpPr>
          <p:spPr>
            <a:xfrm>
              <a:off x="10533190" y="5381253"/>
              <a:ext cx="423206" cy="4153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 w="101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2" name="Rectangle: Rounded Corners 1241">
              <a:extLst>
                <a:ext uri="{FF2B5EF4-FFF2-40B4-BE49-F238E27FC236}">
                  <a16:creationId xmlns:a16="http://schemas.microsoft.com/office/drawing/2014/main" id="{48DFF945-8EDF-0BEE-3CC6-D93FE8A8BF2A}"/>
                </a:ext>
              </a:extLst>
            </p:cNvPr>
            <p:cNvSpPr/>
            <p:nvPr/>
          </p:nvSpPr>
          <p:spPr>
            <a:xfrm>
              <a:off x="10574676" y="5421967"/>
              <a:ext cx="340234" cy="333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  <a:lumOff val="25000"/>
              </a:schemeClr>
            </a:solidFill>
            <a:ln w="101358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3" name="Freeform 256">
              <a:extLst>
                <a:ext uri="{FF2B5EF4-FFF2-40B4-BE49-F238E27FC236}">
                  <a16:creationId xmlns:a16="http://schemas.microsoft.com/office/drawing/2014/main" id="{AE72CB6F-C4D5-E088-B7E0-07078FFD0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2426" y="5515399"/>
              <a:ext cx="84734" cy="147036"/>
            </a:xfrm>
            <a:custGeom>
              <a:avLst/>
              <a:gdLst>
                <a:gd name="T0" fmla="*/ 960 w 960"/>
                <a:gd name="T1" fmla="*/ 640 h 1664"/>
                <a:gd name="T2" fmla="*/ 640 w 960"/>
                <a:gd name="T3" fmla="*/ 640 h 1664"/>
                <a:gd name="T4" fmla="*/ 640 w 960"/>
                <a:gd name="T5" fmla="*/ 384 h 1664"/>
                <a:gd name="T6" fmla="*/ 768 w 960"/>
                <a:gd name="T7" fmla="*/ 320 h 1664"/>
                <a:gd name="T8" fmla="*/ 896 w 960"/>
                <a:gd name="T9" fmla="*/ 320 h 1664"/>
                <a:gd name="T10" fmla="*/ 896 w 960"/>
                <a:gd name="T11" fmla="*/ 0 h 1664"/>
                <a:gd name="T12" fmla="*/ 640 w 960"/>
                <a:gd name="T13" fmla="*/ 0 h 1664"/>
                <a:gd name="T14" fmla="*/ 640 w 960"/>
                <a:gd name="T15" fmla="*/ 0 h 1664"/>
                <a:gd name="T16" fmla="*/ 256 w 960"/>
                <a:gd name="T17" fmla="*/ 384 h 1664"/>
                <a:gd name="T18" fmla="*/ 256 w 960"/>
                <a:gd name="T19" fmla="*/ 640 h 1664"/>
                <a:gd name="T20" fmla="*/ 0 w 960"/>
                <a:gd name="T21" fmla="*/ 640 h 1664"/>
                <a:gd name="T22" fmla="*/ 0 w 960"/>
                <a:gd name="T23" fmla="*/ 960 h 1664"/>
                <a:gd name="T24" fmla="*/ 256 w 960"/>
                <a:gd name="T25" fmla="*/ 960 h 1664"/>
                <a:gd name="T26" fmla="*/ 256 w 960"/>
                <a:gd name="T27" fmla="*/ 1664 h 1664"/>
                <a:gd name="T28" fmla="*/ 640 w 960"/>
                <a:gd name="T29" fmla="*/ 1664 h 1664"/>
                <a:gd name="T30" fmla="*/ 640 w 960"/>
                <a:gd name="T31" fmla="*/ 960 h 1664"/>
                <a:gd name="T32" fmla="*/ 832 w 960"/>
                <a:gd name="T33" fmla="*/ 960 h 1664"/>
                <a:gd name="T34" fmla="*/ 960 w 960"/>
                <a:gd name="T35" fmla="*/ 640 h 16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60" h="1664">
                  <a:moveTo>
                    <a:pt x="960" y="640"/>
                  </a:moveTo>
                  <a:cubicBezTo>
                    <a:pt x="640" y="640"/>
                    <a:pt x="640" y="640"/>
                    <a:pt x="640" y="640"/>
                  </a:cubicBezTo>
                  <a:cubicBezTo>
                    <a:pt x="640" y="384"/>
                    <a:pt x="640" y="384"/>
                    <a:pt x="640" y="384"/>
                  </a:cubicBezTo>
                  <a:cubicBezTo>
                    <a:pt x="640" y="313"/>
                    <a:pt x="697" y="320"/>
                    <a:pt x="768" y="320"/>
                  </a:cubicBezTo>
                  <a:cubicBezTo>
                    <a:pt x="896" y="320"/>
                    <a:pt x="896" y="320"/>
                    <a:pt x="896" y="320"/>
                  </a:cubicBezTo>
                  <a:cubicBezTo>
                    <a:pt x="896" y="0"/>
                    <a:pt x="896" y="0"/>
                    <a:pt x="896" y="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640" y="0"/>
                    <a:pt x="640" y="0"/>
                    <a:pt x="640" y="0"/>
                  </a:cubicBezTo>
                  <a:cubicBezTo>
                    <a:pt x="428" y="0"/>
                    <a:pt x="256" y="172"/>
                    <a:pt x="256" y="384"/>
                  </a:cubicBezTo>
                  <a:cubicBezTo>
                    <a:pt x="256" y="640"/>
                    <a:pt x="256" y="640"/>
                    <a:pt x="256" y="640"/>
                  </a:cubicBezTo>
                  <a:cubicBezTo>
                    <a:pt x="0" y="640"/>
                    <a:pt x="0" y="640"/>
                    <a:pt x="0" y="640"/>
                  </a:cubicBezTo>
                  <a:cubicBezTo>
                    <a:pt x="0" y="960"/>
                    <a:pt x="0" y="960"/>
                    <a:pt x="0" y="960"/>
                  </a:cubicBezTo>
                  <a:cubicBezTo>
                    <a:pt x="256" y="960"/>
                    <a:pt x="256" y="960"/>
                    <a:pt x="256" y="960"/>
                  </a:cubicBezTo>
                  <a:cubicBezTo>
                    <a:pt x="256" y="1664"/>
                    <a:pt x="256" y="1664"/>
                    <a:pt x="256" y="1664"/>
                  </a:cubicBezTo>
                  <a:cubicBezTo>
                    <a:pt x="640" y="1664"/>
                    <a:pt x="640" y="1664"/>
                    <a:pt x="640" y="1664"/>
                  </a:cubicBezTo>
                  <a:cubicBezTo>
                    <a:pt x="640" y="960"/>
                    <a:pt x="640" y="960"/>
                    <a:pt x="640" y="960"/>
                  </a:cubicBezTo>
                  <a:cubicBezTo>
                    <a:pt x="832" y="960"/>
                    <a:pt x="832" y="960"/>
                    <a:pt x="832" y="960"/>
                  </a:cubicBezTo>
                  <a:lnTo>
                    <a:pt x="960" y="64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53" name="Rectangle: Rounded Corners 1252">
              <a:extLst>
                <a:ext uri="{FF2B5EF4-FFF2-40B4-BE49-F238E27FC236}">
                  <a16:creationId xmlns:a16="http://schemas.microsoft.com/office/drawing/2014/main" id="{8E0924A7-F382-7C94-8FAF-F888E0630B89}"/>
                </a:ext>
              </a:extLst>
            </p:cNvPr>
            <p:cNvSpPr/>
            <p:nvPr/>
          </p:nvSpPr>
          <p:spPr>
            <a:xfrm>
              <a:off x="11092103" y="5381253"/>
              <a:ext cx="423206" cy="415328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45" name="Rectangle: Rounded Corners 1244">
              <a:extLst>
                <a:ext uri="{FF2B5EF4-FFF2-40B4-BE49-F238E27FC236}">
                  <a16:creationId xmlns:a16="http://schemas.microsoft.com/office/drawing/2014/main" id="{19932905-B30B-D91B-7618-64E166337412}"/>
                </a:ext>
              </a:extLst>
            </p:cNvPr>
            <p:cNvSpPr/>
            <p:nvPr/>
          </p:nvSpPr>
          <p:spPr>
            <a:xfrm>
              <a:off x="11133589" y="5421967"/>
              <a:ext cx="340234" cy="333900"/>
            </a:xfrm>
            <a:prstGeom prst="roundRect">
              <a:avLst>
                <a:gd name="adj" fmla="val 50000"/>
              </a:avLst>
            </a:prstGeom>
            <a:solidFill>
              <a:schemeClr val="accent1">
                <a:lumMod val="75000"/>
                <a:lumOff val="25000"/>
              </a:schemeClr>
            </a:solidFill>
            <a:ln>
              <a:noFill/>
            </a:ln>
            <a:effectLst>
              <a:outerShdw blurRad="101600" dist="25400" dir="1800000" algn="ctr" rotWithShape="0">
                <a:srgbClr val="000000">
                  <a:alpha val="11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246" name="Group 1245">
              <a:extLst>
                <a:ext uri="{FF2B5EF4-FFF2-40B4-BE49-F238E27FC236}">
                  <a16:creationId xmlns:a16="http://schemas.microsoft.com/office/drawing/2014/main" id="{E436D1C1-7DFF-E5BB-D4C9-320C2E14224D}"/>
                </a:ext>
              </a:extLst>
            </p:cNvPr>
            <p:cNvGrpSpPr/>
            <p:nvPr/>
          </p:nvGrpSpPr>
          <p:grpSpPr>
            <a:xfrm>
              <a:off x="11226813" y="5512024"/>
              <a:ext cx="153786" cy="153786"/>
              <a:chOff x="1822198" y="5720089"/>
              <a:chExt cx="153786" cy="153786"/>
            </a:xfrm>
            <a:solidFill>
              <a:schemeClr val="bg1"/>
            </a:solidFill>
          </p:grpSpPr>
          <p:sp>
            <p:nvSpPr>
              <p:cNvPr id="1247" name="Freeform 23">
                <a:extLst>
                  <a:ext uri="{FF2B5EF4-FFF2-40B4-BE49-F238E27FC236}">
                    <a16:creationId xmlns:a16="http://schemas.microsoft.com/office/drawing/2014/main" id="{0A81114C-289A-A794-3A6A-9B286A137A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76547" y="5768597"/>
                <a:ext cx="99437" cy="105278"/>
              </a:xfrm>
              <a:custGeom>
                <a:avLst/>
                <a:gdLst>
                  <a:gd name="T0" fmla="*/ 1323 w 1324"/>
                  <a:gd name="T1" fmla="*/ 1402 h 1402"/>
                  <a:gd name="T2" fmla="*/ 1323 w 1324"/>
                  <a:gd name="T3" fmla="*/ 1402 h 1402"/>
                  <a:gd name="T4" fmla="*/ 1324 w 1324"/>
                  <a:gd name="T5" fmla="*/ 1402 h 1402"/>
                  <a:gd name="T6" fmla="*/ 1324 w 1324"/>
                  <a:gd name="T7" fmla="*/ 651 h 1402"/>
                  <a:gd name="T8" fmla="*/ 815 w 1324"/>
                  <a:gd name="T9" fmla="*/ 0 h 1402"/>
                  <a:gd name="T10" fmla="*/ 414 w 1324"/>
                  <a:gd name="T11" fmla="*/ 221 h 1402"/>
                  <a:gd name="T12" fmla="*/ 408 w 1324"/>
                  <a:gd name="T13" fmla="*/ 221 h 1402"/>
                  <a:gd name="T14" fmla="*/ 408 w 1324"/>
                  <a:gd name="T15" fmla="*/ 35 h 1402"/>
                  <a:gd name="T16" fmla="*/ 0 w 1324"/>
                  <a:gd name="T17" fmla="*/ 35 h 1402"/>
                  <a:gd name="T18" fmla="*/ 0 w 1324"/>
                  <a:gd name="T19" fmla="*/ 1402 h 1402"/>
                  <a:gd name="T20" fmla="*/ 425 w 1324"/>
                  <a:gd name="T21" fmla="*/ 1402 h 1402"/>
                  <a:gd name="T22" fmla="*/ 425 w 1324"/>
                  <a:gd name="T23" fmla="*/ 725 h 1402"/>
                  <a:gd name="T24" fmla="*/ 679 w 1324"/>
                  <a:gd name="T25" fmla="*/ 374 h 1402"/>
                  <a:gd name="T26" fmla="*/ 900 w 1324"/>
                  <a:gd name="T27" fmla="*/ 736 h 1402"/>
                  <a:gd name="T28" fmla="*/ 900 w 1324"/>
                  <a:gd name="T29" fmla="*/ 1402 h 1402"/>
                  <a:gd name="T30" fmla="*/ 1323 w 1324"/>
                  <a:gd name="T31" fmla="*/ 1402 h 14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1324" h="1402">
                    <a:moveTo>
                      <a:pt x="1323" y="1402"/>
                    </a:moveTo>
                    <a:cubicBezTo>
                      <a:pt x="1323" y="1402"/>
                      <a:pt x="1323" y="1402"/>
                      <a:pt x="1323" y="1402"/>
                    </a:cubicBezTo>
                    <a:cubicBezTo>
                      <a:pt x="1324" y="1402"/>
                      <a:pt x="1324" y="1402"/>
                      <a:pt x="1324" y="1402"/>
                    </a:cubicBezTo>
                    <a:cubicBezTo>
                      <a:pt x="1324" y="651"/>
                      <a:pt x="1324" y="651"/>
                      <a:pt x="1324" y="651"/>
                    </a:cubicBezTo>
                    <a:cubicBezTo>
                      <a:pt x="1324" y="283"/>
                      <a:pt x="1245" y="0"/>
                      <a:pt x="815" y="0"/>
                    </a:cubicBezTo>
                    <a:cubicBezTo>
                      <a:pt x="609" y="0"/>
                      <a:pt x="470" y="114"/>
                      <a:pt x="414" y="221"/>
                    </a:cubicBezTo>
                    <a:cubicBezTo>
                      <a:pt x="408" y="221"/>
                      <a:pt x="408" y="221"/>
                      <a:pt x="408" y="221"/>
                    </a:cubicBezTo>
                    <a:cubicBezTo>
                      <a:pt x="408" y="35"/>
                      <a:pt x="408" y="35"/>
                      <a:pt x="408" y="35"/>
                    </a:cubicBezTo>
                    <a:cubicBezTo>
                      <a:pt x="0" y="35"/>
                      <a:pt x="0" y="35"/>
                      <a:pt x="0" y="35"/>
                    </a:cubicBezTo>
                    <a:cubicBezTo>
                      <a:pt x="0" y="1402"/>
                      <a:pt x="0" y="1402"/>
                      <a:pt x="0" y="1402"/>
                    </a:cubicBezTo>
                    <a:cubicBezTo>
                      <a:pt x="425" y="1402"/>
                      <a:pt x="425" y="1402"/>
                      <a:pt x="425" y="1402"/>
                    </a:cubicBezTo>
                    <a:cubicBezTo>
                      <a:pt x="425" y="725"/>
                      <a:pt x="425" y="725"/>
                      <a:pt x="425" y="725"/>
                    </a:cubicBezTo>
                    <a:cubicBezTo>
                      <a:pt x="425" y="547"/>
                      <a:pt x="458" y="374"/>
                      <a:pt x="679" y="374"/>
                    </a:cubicBezTo>
                    <a:cubicBezTo>
                      <a:pt x="897" y="374"/>
                      <a:pt x="900" y="578"/>
                      <a:pt x="900" y="736"/>
                    </a:cubicBezTo>
                    <a:cubicBezTo>
                      <a:pt x="900" y="1402"/>
                      <a:pt x="900" y="1402"/>
                      <a:pt x="900" y="1402"/>
                    </a:cubicBezTo>
                    <a:lnTo>
                      <a:pt x="1323" y="1402"/>
                    </a:lnTo>
                    <a:close/>
                  </a:path>
                </a:pathLst>
              </a:custGeom>
              <a:grpFill/>
              <a:ln>
                <a:noFill/>
              </a:ln>
              <a:effectLst>
                <a:outerShdw blurRad="101600" dist="25400" dir="18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8" name="Rectangle 24">
                <a:extLst>
                  <a:ext uri="{FF2B5EF4-FFF2-40B4-BE49-F238E27FC236}">
                    <a16:creationId xmlns:a16="http://schemas.microsoft.com/office/drawing/2014/main" id="{86D18A15-D1A6-03E0-B5FA-64FBABFC4B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762" y="5771232"/>
                <a:ext cx="31840" cy="102643"/>
              </a:xfrm>
              <a:prstGeom prst="rect">
                <a:avLst/>
              </a:prstGeom>
              <a:grpFill/>
              <a:ln>
                <a:noFill/>
              </a:ln>
              <a:effectLst>
                <a:outerShdw blurRad="101600" dist="25400" dir="18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49" name="Oval 25">
                <a:extLst>
                  <a:ext uri="{FF2B5EF4-FFF2-40B4-BE49-F238E27FC236}">
                    <a16:creationId xmlns:a16="http://schemas.microsoft.com/office/drawing/2014/main" id="{58296BE6-66B7-671A-5F58-36AEF77A3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2198" y="5720089"/>
                <a:ext cx="36933" cy="37111"/>
              </a:xfrm>
              <a:prstGeom prst="ellipse">
                <a:avLst/>
              </a:prstGeom>
              <a:grpFill/>
              <a:ln>
                <a:noFill/>
              </a:ln>
              <a:effectLst>
                <a:outerShdw blurRad="101600" dist="25400" dir="1800000" algn="ctr" rotWithShape="0">
                  <a:srgbClr val="000000">
                    <a:alpha val="11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53BD111-CA8F-66E8-CB7B-C3E1DEE4A5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0" t="6074" r="6250" b="6074"/>
          <a:stretch>
            <a:fillRect/>
          </a:stretch>
        </p:blipFill>
        <p:spPr>
          <a:xfrm>
            <a:off x="5181602" y="694720"/>
            <a:ext cx="1828798" cy="1828798"/>
          </a:xfrm>
          <a:prstGeom prst="ellipse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07B62DB-8829-163B-4856-79976F7F750E}"/>
              </a:ext>
            </a:extLst>
          </p:cNvPr>
          <p:cNvGrpSpPr/>
          <p:nvPr/>
        </p:nvGrpSpPr>
        <p:grpSpPr>
          <a:xfrm>
            <a:off x="0" y="5958452"/>
            <a:ext cx="10507133" cy="845785"/>
            <a:chOff x="0" y="5977907"/>
            <a:chExt cx="10507133" cy="845785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9C67B02-29CF-9ED7-C488-A065E29F7F7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4524723" y="6424354"/>
              <a:ext cx="5982410" cy="0"/>
            </a:xfrm>
            <a:prstGeom prst="line">
              <a:avLst/>
            </a:prstGeom>
            <a:ln cap="rnd">
              <a:solidFill>
                <a:schemeClr val="accent3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E11FA72-CEB6-A91A-302B-A2D7059E064F}"/>
                </a:ext>
              </a:extLst>
            </p:cNvPr>
            <p:cNvSpPr/>
            <p:nvPr userDrawn="1"/>
          </p:nvSpPr>
          <p:spPr>
            <a:xfrm flipH="1">
              <a:off x="723072" y="5977907"/>
              <a:ext cx="3844275" cy="845785"/>
            </a:xfrm>
            <a:custGeom>
              <a:avLst/>
              <a:gdLst>
                <a:gd name="connsiteX0" fmla="*/ 3565684 w 5035867"/>
                <a:gd name="connsiteY0" fmla="*/ 1107950 h 1107949"/>
                <a:gd name="connsiteX1" fmla="*/ 3565493 w 5035867"/>
                <a:gd name="connsiteY1" fmla="*/ 1107950 h 1107949"/>
                <a:gd name="connsiteX2" fmla="*/ 3556159 w 5035867"/>
                <a:gd name="connsiteY2" fmla="*/ 1099282 h 1107949"/>
                <a:gd name="connsiteX3" fmla="*/ 3465671 w 5035867"/>
                <a:gd name="connsiteY3" fmla="*/ 86584 h 1107949"/>
                <a:gd name="connsiteX4" fmla="*/ 3352133 w 5035867"/>
                <a:gd name="connsiteY4" fmla="*/ 797340 h 1107949"/>
                <a:gd name="connsiteX5" fmla="*/ 3342704 w 5035867"/>
                <a:gd name="connsiteY5" fmla="*/ 805341 h 1107949"/>
                <a:gd name="connsiteX6" fmla="*/ 3342608 w 5035867"/>
                <a:gd name="connsiteY6" fmla="*/ 805341 h 1107949"/>
                <a:gd name="connsiteX7" fmla="*/ 3333274 w 5035867"/>
                <a:gd name="connsiteY7" fmla="*/ 797149 h 1107949"/>
                <a:gd name="connsiteX8" fmla="*/ 3291173 w 5035867"/>
                <a:gd name="connsiteY8" fmla="*/ 507589 h 1107949"/>
                <a:gd name="connsiteX9" fmla="*/ 3253454 w 5035867"/>
                <a:gd name="connsiteY9" fmla="*/ 724378 h 1107949"/>
                <a:gd name="connsiteX10" fmla="*/ 3244025 w 5035867"/>
                <a:gd name="connsiteY10" fmla="*/ 732284 h 1107949"/>
                <a:gd name="connsiteX11" fmla="*/ 3244025 w 5035867"/>
                <a:gd name="connsiteY11" fmla="*/ 732284 h 1107949"/>
                <a:gd name="connsiteX12" fmla="*/ 3234690 w 5035867"/>
                <a:gd name="connsiteY12" fmla="*/ 724378 h 1107949"/>
                <a:gd name="connsiteX13" fmla="*/ 3201924 w 5035867"/>
                <a:gd name="connsiteY13" fmla="*/ 531307 h 1107949"/>
                <a:gd name="connsiteX14" fmla="*/ 3165634 w 5035867"/>
                <a:gd name="connsiteY14" fmla="*/ 593219 h 1107949"/>
                <a:gd name="connsiteX15" fmla="*/ 3157443 w 5035867"/>
                <a:gd name="connsiteY15" fmla="*/ 597886 h 1107949"/>
                <a:gd name="connsiteX16" fmla="*/ 9525 w 5035867"/>
                <a:gd name="connsiteY16" fmla="*/ 597886 h 1107949"/>
                <a:gd name="connsiteX17" fmla="*/ 0 w 5035867"/>
                <a:gd name="connsiteY17" fmla="*/ 588361 h 1107949"/>
                <a:gd name="connsiteX18" fmla="*/ 9525 w 5035867"/>
                <a:gd name="connsiteY18" fmla="*/ 578836 h 1107949"/>
                <a:gd name="connsiteX19" fmla="*/ 3152108 w 5035867"/>
                <a:gd name="connsiteY19" fmla="*/ 578836 h 1107949"/>
                <a:gd name="connsiteX20" fmla="*/ 3198876 w 5035867"/>
                <a:gd name="connsiteY20" fmla="*/ 499112 h 1107949"/>
                <a:gd name="connsiteX21" fmla="*/ 3208782 w 5035867"/>
                <a:gd name="connsiteY21" fmla="*/ 494540 h 1107949"/>
                <a:gd name="connsiteX22" fmla="*/ 3216497 w 5035867"/>
                <a:gd name="connsiteY22" fmla="*/ 502351 h 1107949"/>
                <a:gd name="connsiteX23" fmla="*/ 3244406 w 5035867"/>
                <a:gd name="connsiteY23" fmla="*/ 666561 h 1107949"/>
                <a:gd name="connsiteX24" fmla="*/ 3282887 w 5035867"/>
                <a:gd name="connsiteY24" fmla="*/ 445581 h 1107949"/>
                <a:gd name="connsiteX25" fmla="*/ 3292316 w 5035867"/>
                <a:gd name="connsiteY25" fmla="*/ 437676 h 1107949"/>
                <a:gd name="connsiteX26" fmla="*/ 3292412 w 5035867"/>
                <a:gd name="connsiteY26" fmla="*/ 437676 h 1107949"/>
                <a:gd name="connsiteX27" fmla="*/ 3301746 w 5035867"/>
                <a:gd name="connsiteY27" fmla="*/ 445867 h 1107949"/>
                <a:gd name="connsiteX28" fmla="*/ 3343466 w 5035867"/>
                <a:gd name="connsiteY28" fmla="*/ 732665 h 1107949"/>
                <a:gd name="connsiteX29" fmla="*/ 3459290 w 5035867"/>
                <a:gd name="connsiteY29" fmla="*/ 8003 h 1107949"/>
                <a:gd name="connsiteX30" fmla="*/ 3469005 w 5035867"/>
                <a:gd name="connsiteY30" fmla="*/ 2 h 1107949"/>
                <a:gd name="connsiteX31" fmla="*/ 3478149 w 5035867"/>
                <a:gd name="connsiteY31" fmla="*/ 8670 h 1107949"/>
                <a:gd name="connsiteX32" fmla="*/ 3567684 w 5035867"/>
                <a:gd name="connsiteY32" fmla="*/ 1010795 h 1107949"/>
                <a:gd name="connsiteX33" fmla="*/ 3648361 w 5035867"/>
                <a:gd name="connsiteY33" fmla="*/ 386622 h 1107949"/>
                <a:gd name="connsiteX34" fmla="*/ 3657791 w 5035867"/>
                <a:gd name="connsiteY34" fmla="*/ 378335 h 1107949"/>
                <a:gd name="connsiteX35" fmla="*/ 3657791 w 5035867"/>
                <a:gd name="connsiteY35" fmla="*/ 378335 h 1107949"/>
                <a:gd name="connsiteX36" fmla="*/ 3667220 w 5035867"/>
                <a:gd name="connsiteY36" fmla="*/ 386717 h 1107949"/>
                <a:gd name="connsiteX37" fmla="*/ 3709511 w 5035867"/>
                <a:gd name="connsiteY37" fmla="*/ 729807 h 1107949"/>
                <a:gd name="connsiteX38" fmla="*/ 3770090 w 5035867"/>
                <a:gd name="connsiteY38" fmla="*/ 482919 h 1107949"/>
                <a:gd name="connsiteX39" fmla="*/ 3779711 w 5035867"/>
                <a:gd name="connsiteY39" fmla="*/ 475681 h 1107949"/>
                <a:gd name="connsiteX40" fmla="*/ 3788760 w 5035867"/>
                <a:gd name="connsiteY40" fmla="*/ 483586 h 1107949"/>
                <a:gd name="connsiteX41" fmla="*/ 3817811 w 5035867"/>
                <a:gd name="connsiteY41" fmla="*/ 654846 h 1107949"/>
                <a:gd name="connsiteX42" fmla="*/ 3845910 w 5035867"/>
                <a:gd name="connsiteY42" fmla="*/ 563501 h 1107949"/>
                <a:gd name="connsiteX43" fmla="*/ 3854006 w 5035867"/>
                <a:gd name="connsiteY43" fmla="*/ 556833 h 1107949"/>
                <a:gd name="connsiteX44" fmla="*/ 3863340 w 5035867"/>
                <a:gd name="connsiteY44" fmla="*/ 561691 h 1107949"/>
                <a:gd name="connsiteX45" fmla="*/ 3901154 w 5035867"/>
                <a:gd name="connsiteY45" fmla="*/ 629890 h 1107949"/>
                <a:gd name="connsiteX46" fmla="*/ 3933063 w 5035867"/>
                <a:gd name="connsiteY46" fmla="*/ 583218 h 1107949"/>
                <a:gd name="connsiteX47" fmla="*/ 3940969 w 5035867"/>
                <a:gd name="connsiteY47" fmla="*/ 579122 h 1107949"/>
                <a:gd name="connsiteX48" fmla="*/ 5026343 w 5035867"/>
                <a:gd name="connsiteY48" fmla="*/ 579122 h 1107949"/>
                <a:gd name="connsiteX49" fmla="*/ 5035868 w 5035867"/>
                <a:gd name="connsiteY49" fmla="*/ 588647 h 1107949"/>
                <a:gd name="connsiteX50" fmla="*/ 5026343 w 5035867"/>
                <a:gd name="connsiteY50" fmla="*/ 598172 h 1107949"/>
                <a:gd name="connsiteX51" fmla="*/ 3945731 w 5035867"/>
                <a:gd name="connsiteY51" fmla="*/ 598172 h 1107949"/>
                <a:gd name="connsiteX52" fmla="*/ 3907917 w 5035867"/>
                <a:gd name="connsiteY52" fmla="*/ 653417 h 1107949"/>
                <a:gd name="connsiteX53" fmla="*/ 3899630 w 5035867"/>
                <a:gd name="connsiteY53" fmla="*/ 657513 h 1107949"/>
                <a:gd name="connsiteX54" fmla="*/ 3891725 w 5035867"/>
                <a:gd name="connsiteY54" fmla="*/ 652655 h 1107949"/>
                <a:gd name="connsiteX55" fmla="*/ 3857339 w 5035867"/>
                <a:gd name="connsiteY55" fmla="*/ 590552 h 1107949"/>
                <a:gd name="connsiteX56" fmla="*/ 3824097 w 5035867"/>
                <a:gd name="connsiteY56" fmla="*/ 698851 h 1107949"/>
                <a:gd name="connsiteX57" fmla="*/ 3814381 w 5035867"/>
                <a:gd name="connsiteY57" fmla="*/ 705519 h 1107949"/>
                <a:gd name="connsiteX58" fmla="*/ 3805619 w 5035867"/>
                <a:gd name="connsiteY58" fmla="*/ 697613 h 1107949"/>
                <a:gd name="connsiteX59" fmla="*/ 3777520 w 5035867"/>
                <a:gd name="connsiteY59" fmla="*/ 532164 h 1107949"/>
                <a:gd name="connsiteX60" fmla="*/ 3715512 w 5035867"/>
                <a:gd name="connsiteY60" fmla="*/ 784767 h 1107949"/>
                <a:gd name="connsiteX61" fmla="*/ 3705701 w 5035867"/>
                <a:gd name="connsiteY61" fmla="*/ 792006 h 1107949"/>
                <a:gd name="connsiteX62" fmla="*/ 3696843 w 5035867"/>
                <a:gd name="connsiteY62" fmla="*/ 783624 h 1107949"/>
                <a:gd name="connsiteX63" fmla="*/ 3657410 w 5035867"/>
                <a:gd name="connsiteY63" fmla="*/ 463965 h 1107949"/>
                <a:gd name="connsiteX64" fmla="*/ 3575209 w 5035867"/>
                <a:gd name="connsiteY64" fmla="*/ 1099854 h 1107949"/>
                <a:gd name="connsiteX65" fmla="*/ 3565684 w 5035867"/>
                <a:gd name="connsiteY65" fmla="*/ 1107950 h 11079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035867" h="1107949">
                  <a:moveTo>
                    <a:pt x="3565684" y="1107950"/>
                  </a:moveTo>
                  <a:cubicBezTo>
                    <a:pt x="3565589" y="1107950"/>
                    <a:pt x="3565589" y="1107950"/>
                    <a:pt x="3565493" y="1107950"/>
                  </a:cubicBezTo>
                  <a:cubicBezTo>
                    <a:pt x="3560636" y="1107855"/>
                    <a:pt x="3556635" y="1104140"/>
                    <a:pt x="3556159" y="1099282"/>
                  </a:cubicBezTo>
                  <a:lnTo>
                    <a:pt x="3465671" y="86584"/>
                  </a:lnTo>
                  <a:lnTo>
                    <a:pt x="3352133" y="797340"/>
                  </a:lnTo>
                  <a:cubicBezTo>
                    <a:pt x="3351371" y="802007"/>
                    <a:pt x="3347371" y="805341"/>
                    <a:pt x="3342704" y="805341"/>
                  </a:cubicBezTo>
                  <a:cubicBezTo>
                    <a:pt x="3342704" y="805341"/>
                    <a:pt x="3342704" y="805341"/>
                    <a:pt x="3342608" y="805341"/>
                  </a:cubicBezTo>
                  <a:cubicBezTo>
                    <a:pt x="3337941" y="805341"/>
                    <a:pt x="3333941" y="801816"/>
                    <a:pt x="3333274" y="797149"/>
                  </a:cubicBezTo>
                  <a:lnTo>
                    <a:pt x="3291173" y="507589"/>
                  </a:lnTo>
                  <a:lnTo>
                    <a:pt x="3253454" y="724378"/>
                  </a:lnTo>
                  <a:cubicBezTo>
                    <a:pt x="3252693" y="728950"/>
                    <a:pt x="3248692" y="732284"/>
                    <a:pt x="3244025" y="732284"/>
                  </a:cubicBezTo>
                  <a:cubicBezTo>
                    <a:pt x="3244025" y="732284"/>
                    <a:pt x="3244025" y="732284"/>
                    <a:pt x="3244025" y="732284"/>
                  </a:cubicBezTo>
                  <a:cubicBezTo>
                    <a:pt x="3239357" y="732284"/>
                    <a:pt x="3235452" y="728950"/>
                    <a:pt x="3234690" y="724378"/>
                  </a:cubicBezTo>
                  <a:lnTo>
                    <a:pt x="3201924" y="531307"/>
                  </a:lnTo>
                  <a:lnTo>
                    <a:pt x="3165634" y="593219"/>
                  </a:lnTo>
                  <a:cubicBezTo>
                    <a:pt x="3163919" y="596172"/>
                    <a:pt x="3160776" y="597886"/>
                    <a:pt x="3157443" y="597886"/>
                  </a:cubicBezTo>
                  <a:lnTo>
                    <a:pt x="9525" y="597886"/>
                  </a:lnTo>
                  <a:cubicBezTo>
                    <a:pt x="4286" y="597886"/>
                    <a:pt x="0" y="593600"/>
                    <a:pt x="0" y="588361"/>
                  </a:cubicBezTo>
                  <a:cubicBezTo>
                    <a:pt x="0" y="583123"/>
                    <a:pt x="4286" y="578836"/>
                    <a:pt x="9525" y="578836"/>
                  </a:cubicBezTo>
                  <a:lnTo>
                    <a:pt x="3152108" y="578836"/>
                  </a:lnTo>
                  <a:lnTo>
                    <a:pt x="3198876" y="499112"/>
                  </a:lnTo>
                  <a:cubicBezTo>
                    <a:pt x="3200876" y="495683"/>
                    <a:pt x="3204877" y="493873"/>
                    <a:pt x="3208782" y="494540"/>
                  </a:cubicBezTo>
                  <a:cubicBezTo>
                    <a:pt x="3212687" y="495302"/>
                    <a:pt x="3215831" y="498350"/>
                    <a:pt x="3216497" y="502351"/>
                  </a:cubicBezTo>
                  <a:lnTo>
                    <a:pt x="3244406" y="666561"/>
                  </a:lnTo>
                  <a:lnTo>
                    <a:pt x="3282887" y="445581"/>
                  </a:lnTo>
                  <a:cubicBezTo>
                    <a:pt x="3283649" y="441010"/>
                    <a:pt x="3287649" y="437676"/>
                    <a:pt x="3292316" y="437676"/>
                  </a:cubicBezTo>
                  <a:cubicBezTo>
                    <a:pt x="3292316" y="437676"/>
                    <a:pt x="3292412" y="437676"/>
                    <a:pt x="3292412" y="437676"/>
                  </a:cubicBezTo>
                  <a:cubicBezTo>
                    <a:pt x="3297079" y="437771"/>
                    <a:pt x="3300984" y="441200"/>
                    <a:pt x="3301746" y="445867"/>
                  </a:cubicBezTo>
                  <a:lnTo>
                    <a:pt x="3343466" y="732665"/>
                  </a:lnTo>
                  <a:lnTo>
                    <a:pt x="3459290" y="8003"/>
                  </a:lnTo>
                  <a:cubicBezTo>
                    <a:pt x="3460052" y="3240"/>
                    <a:pt x="3464243" y="-93"/>
                    <a:pt x="3469005" y="2"/>
                  </a:cubicBezTo>
                  <a:cubicBezTo>
                    <a:pt x="3473768" y="193"/>
                    <a:pt x="3477768" y="3907"/>
                    <a:pt x="3478149" y="8670"/>
                  </a:cubicBezTo>
                  <a:lnTo>
                    <a:pt x="3567684" y="1010795"/>
                  </a:lnTo>
                  <a:lnTo>
                    <a:pt x="3648361" y="386622"/>
                  </a:lnTo>
                  <a:cubicBezTo>
                    <a:pt x="3648932" y="381859"/>
                    <a:pt x="3653028" y="378335"/>
                    <a:pt x="3657791" y="378335"/>
                  </a:cubicBezTo>
                  <a:cubicBezTo>
                    <a:pt x="3657791" y="378335"/>
                    <a:pt x="3657791" y="378335"/>
                    <a:pt x="3657791" y="378335"/>
                  </a:cubicBezTo>
                  <a:cubicBezTo>
                    <a:pt x="3662553" y="378335"/>
                    <a:pt x="3666649" y="381955"/>
                    <a:pt x="3667220" y="386717"/>
                  </a:cubicBezTo>
                  <a:lnTo>
                    <a:pt x="3709511" y="729807"/>
                  </a:lnTo>
                  <a:lnTo>
                    <a:pt x="3770090" y="482919"/>
                  </a:lnTo>
                  <a:cubicBezTo>
                    <a:pt x="3771138" y="478538"/>
                    <a:pt x="3775234" y="475490"/>
                    <a:pt x="3779711" y="475681"/>
                  </a:cubicBezTo>
                  <a:cubicBezTo>
                    <a:pt x="3784187" y="475871"/>
                    <a:pt x="3787997" y="479110"/>
                    <a:pt x="3788760" y="483586"/>
                  </a:cubicBezTo>
                  <a:lnTo>
                    <a:pt x="3817811" y="654846"/>
                  </a:lnTo>
                  <a:lnTo>
                    <a:pt x="3845910" y="563501"/>
                  </a:lnTo>
                  <a:cubicBezTo>
                    <a:pt x="3847052" y="559882"/>
                    <a:pt x="3850196" y="557215"/>
                    <a:pt x="3854006" y="556833"/>
                  </a:cubicBezTo>
                  <a:cubicBezTo>
                    <a:pt x="3857720" y="556453"/>
                    <a:pt x="3861435" y="558357"/>
                    <a:pt x="3863340" y="561691"/>
                  </a:cubicBezTo>
                  <a:lnTo>
                    <a:pt x="3901154" y="629890"/>
                  </a:lnTo>
                  <a:lnTo>
                    <a:pt x="3933063" y="583218"/>
                  </a:lnTo>
                  <a:cubicBezTo>
                    <a:pt x="3934873" y="580646"/>
                    <a:pt x="3937826" y="579122"/>
                    <a:pt x="3940969" y="579122"/>
                  </a:cubicBezTo>
                  <a:lnTo>
                    <a:pt x="5026343" y="579122"/>
                  </a:lnTo>
                  <a:cubicBezTo>
                    <a:pt x="5031582" y="579122"/>
                    <a:pt x="5035868" y="583408"/>
                    <a:pt x="5035868" y="588647"/>
                  </a:cubicBezTo>
                  <a:cubicBezTo>
                    <a:pt x="5035868" y="593886"/>
                    <a:pt x="5031582" y="598172"/>
                    <a:pt x="5026343" y="598172"/>
                  </a:cubicBezTo>
                  <a:lnTo>
                    <a:pt x="3945731" y="598172"/>
                  </a:lnTo>
                  <a:lnTo>
                    <a:pt x="3907917" y="653417"/>
                  </a:lnTo>
                  <a:cubicBezTo>
                    <a:pt x="3906012" y="656179"/>
                    <a:pt x="3902964" y="657608"/>
                    <a:pt x="3899630" y="657513"/>
                  </a:cubicBezTo>
                  <a:cubicBezTo>
                    <a:pt x="3896297" y="657322"/>
                    <a:pt x="3893344" y="655512"/>
                    <a:pt x="3891725" y="652655"/>
                  </a:cubicBezTo>
                  <a:lnTo>
                    <a:pt x="3857339" y="590552"/>
                  </a:lnTo>
                  <a:lnTo>
                    <a:pt x="3824097" y="698851"/>
                  </a:lnTo>
                  <a:cubicBezTo>
                    <a:pt x="3822764" y="703042"/>
                    <a:pt x="3818858" y="705900"/>
                    <a:pt x="3814381" y="705519"/>
                  </a:cubicBezTo>
                  <a:cubicBezTo>
                    <a:pt x="3810000" y="705233"/>
                    <a:pt x="3806381" y="701994"/>
                    <a:pt x="3805619" y="697613"/>
                  </a:cubicBezTo>
                  <a:lnTo>
                    <a:pt x="3777520" y="532164"/>
                  </a:lnTo>
                  <a:lnTo>
                    <a:pt x="3715512" y="784767"/>
                  </a:lnTo>
                  <a:cubicBezTo>
                    <a:pt x="3714369" y="789244"/>
                    <a:pt x="3710369" y="792291"/>
                    <a:pt x="3705701" y="792006"/>
                  </a:cubicBezTo>
                  <a:cubicBezTo>
                    <a:pt x="3701129" y="791720"/>
                    <a:pt x="3697415" y="788196"/>
                    <a:pt x="3696843" y="783624"/>
                  </a:cubicBezTo>
                  <a:lnTo>
                    <a:pt x="3657410" y="463965"/>
                  </a:lnTo>
                  <a:lnTo>
                    <a:pt x="3575209" y="1099854"/>
                  </a:lnTo>
                  <a:cubicBezTo>
                    <a:pt x="3574542" y="1104426"/>
                    <a:pt x="3570446" y="1107950"/>
                    <a:pt x="3565684" y="110795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D424F9A-E298-A29A-87EE-9ED8331BCF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0" y="6424354"/>
              <a:ext cx="965200" cy="0"/>
            </a:xfrm>
            <a:prstGeom prst="line">
              <a:avLst/>
            </a:prstGeom>
            <a:ln cap="rnd">
              <a:solidFill>
                <a:schemeClr val="accent3"/>
              </a:solidFill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CAF2155-779D-F395-F5CA-0FC9F16F35CD}"/>
              </a:ext>
            </a:extLst>
          </p:cNvPr>
          <p:cNvGrpSpPr/>
          <p:nvPr/>
        </p:nvGrpSpPr>
        <p:grpSpPr>
          <a:xfrm>
            <a:off x="9957502" y="-1907835"/>
            <a:ext cx="4468995" cy="4383281"/>
            <a:chOff x="6503565" y="274834"/>
            <a:chExt cx="4468995" cy="4383281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98764D85-C85C-CBB6-A2B5-DB175FF03DDA}"/>
                </a:ext>
              </a:extLst>
            </p:cNvPr>
            <p:cNvSpPr/>
            <p:nvPr/>
          </p:nvSpPr>
          <p:spPr>
            <a:xfrm rot="5180155">
              <a:off x="7258417" y="582845"/>
              <a:ext cx="4022154" cy="3406132"/>
            </a:xfrm>
            <a:custGeom>
              <a:avLst/>
              <a:gdLst>
                <a:gd name="connsiteX0" fmla="*/ 820424 w 906619"/>
                <a:gd name="connsiteY0" fmla="*/ 75764 h 767764"/>
                <a:gd name="connsiteX1" fmla="*/ 403324 w 906619"/>
                <a:gd name="connsiteY1" fmla="*/ 622499 h 767764"/>
                <a:gd name="connsiteX2" fmla="*/ 14418 w 906619"/>
                <a:gd name="connsiteY2" fmla="*/ 588686 h 767764"/>
                <a:gd name="connsiteX3" fmla="*/ 335697 w 906619"/>
                <a:gd name="connsiteY3" fmla="*/ 766327 h 767764"/>
                <a:gd name="connsiteX4" fmla="*/ 871954 w 906619"/>
                <a:gd name="connsiteY4" fmla="*/ 441239 h 767764"/>
                <a:gd name="connsiteX5" fmla="*/ 820424 w 906619"/>
                <a:gd name="connsiteY5" fmla="*/ 75764 h 7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619" h="767764">
                  <a:moveTo>
                    <a:pt x="820424" y="75764"/>
                  </a:moveTo>
                  <a:cubicBezTo>
                    <a:pt x="820424" y="75764"/>
                    <a:pt x="774990" y="569064"/>
                    <a:pt x="403324" y="622499"/>
                  </a:cubicBezTo>
                  <a:cubicBezTo>
                    <a:pt x="262449" y="633739"/>
                    <a:pt x="82046" y="594305"/>
                    <a:pt x="14418" y="588686"/>
                  </a:cubicBezTo>
                  <a:cubicBezTo>
                    <a:pt x="-53209" y="583066"/>
                    <a:pt x="127671" y="750992"/>
                    <a:pt x="335697" y="766327"/>
                  </a:cubicBezTo>
                  <a:cubicBezTo>
                    <a:pt x="512195" y="779376"/>
                    <a:pt x="793087" y="706129"/>
                    <a:pt x="871954" y="441239"/>
                  </a:cubicBezTo>
                  <a:cubicBezTo>
                    <a:pt x="950916" y="176348"/>
                    <a:pt x="878145" y="-150264"/>
                    <a:pt x="820424" y="757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  <a:effectLst>
              <a:softEdge rad="304800"/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A40F7EDD-3780-EFEF-49AD-783C579E3055}"/>
                </a:ext>
              </a:extLst>
            </p:cNvPr>
            <p:cNvSpPr/>
            <p:nvPr/>
          </p:nvSpPr>
          <p:spPr>
            <a:xfrm rot="5979036">
              <a:off x="6658554" y="758093"/>
              <a:ext cx="4022154" cy="3406132"/>
            </a:xfrm>
            <a:custGeom>
              <a:avLst/>
              <a:gdLst>
                <a:gd name="connsiteX0" fmla="*/ 820424 w 906619"/>
                <a:gd name="connsiteY0" fmla="*/ 75764 h 767764"/>
                <a:gd name="connsiteX1" fmla="*/ 403324 w 906619"/>
                <a:gd name="connsiteY1" fmla="*/ 622499 h 767764"/>
                <a:gd name="connsiteX2" fmla="*/ 14418 w 906619"/>
                <a:gd name="connsiteY2" fmla="*/ 588686 h 767764"/>
                <a:gd name="connsiteX3" fmla="*/ 335697 w 906619"/>
                <a:gd name="connsiteY3" fmla="*/ 766327 h 767764"/>
                <a:gd name="connsiteX4" fmla="*/ 871954 w 906619"/>
                <a:gd name="connsiteY4" fmla="*/ 441239 h 767764"/>
                <a:gd name="connsiteX5" fmla="*/ 820424 w 906619"/>
                <a:gd name="connsiteY5" fmla="*/ 75764 h 7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619" h="767764">
                  <a:moveTo>
                    <a:pt x="820424" y="75764"/>
                  </a:moveTo>
                  <a:cubicBezTo>
                    <a:pt x="820424" y="75764"/>
                    <a:pt x="774990" y="569064"/>
                    <a:pt x="403324" y="622499"/>
                  </a:cubicBezTo>
                  <a:cubicBezTo>
                    <a:pt x="262449" y="633739"/>
                    <a:pt x="82046" y="594305"/>
                    <a:pt x="14418" y="588686"/>
                  </a:cubicBezTo>
                  <a:cubicBezTo>
                    <a:pt x="-53209" y="583066"/>
                    <a:pt x="127671" y="750992"/>
                    <a:pt x="335697" y="766327"/>
                  </a:cubicBezTo>
                  <a:cubicBezTo>
                    <a:pt x="512195" y="779376"/>
                    <a:pt x="793087" y="706129"/>
                    <a:pt x="871954" y="441239"/>
                  </a:cubicBezTo>
                  <a:cubicBezTo>
                    <a:pt x="950916" y="176348"/>
                    <a:pt x="878145" y="-150264"/>
                    <a:pt x="820424" y="757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  <a:effectLst>
              <a:softEdge rad="342900"/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9025726-EC63-4644-5B99-86F007938650}"/>
                </a:ext>
              </a:extLst>
            </p:cNvPr>
            <p:cNvSpPr/>
            <p:nvPr/>
          </p:nvSpPr>
          <p:spPr>
            <a:xfrm rot="5889877">
              <a:off x="6233816" y="1405354"/>
              <a:ext cx="3522510" cy="2983012"/>
            </a:xfrm>
            <a:custGeom>
              <a:avLst/>
              <a:gdLst>
                <a:gd name="connsiteX0" fmla="*/ 820424 w 906619"/>
                <a:gd name="connsiteY0" fmla="*/ 75764 h 767764"/>
                <a:gd name="connsiteX1" fmla="*/ 403324 w 906619"/>
                <a:gd name="connsiteY1" fmla="*/ 622499 h 767764"/>
                <a:gd name="connsiteX2" fmla="*/ 14418 w 906619"/>
                <a:gd name="connsiteY2" fmla="*/ 588686 h 767764"/>
                <a:gd name="connsiteX3" fmla="*/ 335697 w 906619"/>
                <a:gd name="connsiteY3" fmla="*/ 766327 h 767764"/>
                <a:gd name="connsiteX4" fmla="*/ 871954 w 906619"/>
                <a:gd name="connsiteY4" fmla="*/ 441239 h 767764"/>
                <a:gd name="connsiteX5" fmla="*/ 820424 w 906619"/>
                <a:gd name="connsiteY5" fmla="*/ 75764 h 7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619" h="767764">
                  <a:moveTo>
                    <a:pt x="820424" y="75764"/>
                  </a:moveTo>
                  <a:cubicBezTo>
                    <a:pt x="820424" y="75764"/>
                    <a:pt x="774990" y="569064"/>
                    <a:pt x="403324" y="622499"/>
                  </a:cubicBezTo>
                  <a:cubicBezTo>
                    <a:pt x="262449" y="633739"/>
                    <a:pt x="82046" y="594305"/>
                    <a:pt x="14418" y="588686"/>
                  </a:cubicBezTo>
                  <a:cubicBezTo>
                    <a:pt x="-53209" y="583066"/>
                    <a:pt x="127671" y="750992"/>
                    <a:pt x="335697" y="766327"/>
                  </a:cubicBezTo>
                  <a:cubicBezTo>
                    <a:pt x="512195" y="779376"/>
                    <a:pt x="793087" y="706129"/>
                    <a:pt x="871954" y="441239"/>
                  </a:cubicBezTo>
                  <a:cubicBezTo>
                    <a:pt x="950916" y="176348"/>
                    <a:pt x="878145" y="-150264"/>
                    <a:pt x="820424" y="757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  <a:effectLst>
              <a:softEdge rad="317500"/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6C059C2-BAD2-E6B7-5A7B-3AD8B86959EE}"/>
              </a:ext>
            </a:extLst>
          </p:cNvPr>
          <p:cNvGrpSpPr/>
          <p:nvPr/>
        </p:nvGrpSpPr>
        <p:grpSpPr>
          <a:xfrm flipH="1">
            <a:off x="-2234498" y="-1930147"/>
            <a:ext cx="4468995" cy="4383281"/>
            <a:chOff x="6503565" y="274834"/>
            <a:chExt cx="4468995" cy="4383281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C14A03D-E6B7-16C6-5782-8AB5E3ED59DD}"/>
                </a:ext>
              </a:extLst>
            </p:cNvPr>
            <p:cNvSpPr/>
            <p:nvPr/>
          </p:nvSpPr>
          <p:spPr>
            <a:xfrm rot="5180155">
              <a:off x="7258417" y="582845"/>
              <a:ext cx="4022154" cy="3406132"/>
            </a:xfrm>
            <a:custGeom>
              <a:avLst/>
              <a:gdLst>
                <a:gd name="connsiteX0" fmla="*/ 820424 w 906619"/>
                <a:gd name="connsiteY0" fmla="*/ 75764 h 767764"/>
                <a:gd name="connsiteX1" fmla="*/ 403324 w 906619"/>
                <a:gd name="connsiteY1" fmla="*/ 622499 h 767764"/>
                <a:gd name="connsiteX2" fmla="*/ 14418 w 906619"/>
                <a:gd name="connsiteY2" fmla="*/ 588686 h 767764"/>
                <a:gd name="connsiteX3" fmla="*/ 335697 w 906619"/>
                <a:gd name="connsiteY3" fmla="*/ 766327 h 767764"/>
                <a:gd name="connsiteX4" fmla="*/ 871954 w 906619"/>
                <a:gd name="connsiteY4" fmla="*/ 441239 h 767764"/>
                <a:gd name="connsiteX5" fmla="*/ 820424 w 906619"/>
                <a:gd name="connsiteY5" fmla="*/ 75764 h 7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619" h="767764">
                  <a:moveTo>
                    <a:pt x="820424" y="75764"/>
                  </a:moveTo>
                  <a:cubicBezTo>
                    <a:pt x="820424" y="75764"/>
                    <a:pt x="774990" y="569064"/>
                    <a:pt x="403324" y="622499"/>
                  </a:cubicBezTo>
                  <a:cubicBezTo>
                    <a:pt x="262449" y="633739"/>
                    <a:pt x="82046" y="594305"/>
                    <a:pt x="14418" y="588686"/>
                  </a:cubicBezTo>
                  <a:cubicBezTo>
                    <a:pt x="-53209" y="583066"/>
                    <a:pt x="127671" y="750992"/>
                    <a:pt x="335697" y="766327"/>
                  </a:cubicBezTo>
                  <a:cubicBezTo>
                    <a:pt x="512195" y="779376"/>
                    <a:pt x="793087" y="706129"/>
                    <a:pt x="871954" y="441239"/>
                  </a:cubicBezTo>
                  <a:cubicBezTo>
                    <a:pt x="950916" y="176348"/>
                    <a:pt x="878145" y="-150264"/>
                    <a:pt x="820424" y="757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  <a:effectLst>
              <a:softEdge rad="304800"/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0464CFF-ED5E-57EB-DDD8-2A3CBCDDD9C7}"/>
                </a:ext>
              </a:extLst>
            </p:cNvPr>
            <p:cNvSpPr/>
            <p:nvPr/>
          </p:nvSpPr>
          <p:spPr>
            <a:xfrm rot="5979036">
              <a:off x="6658554" y="758093"/>
              <a:ext cx="4022154" cy="3406132"/>
            </a:xfrm>
            <a:custGeom>
              <a:avLst/>
              <a:gdLst>
                <a:gd name="connsiteX0" fmla="*/ 820424 w 906619"/>
                <a:gd name="connsiteY0" fmla="*/ 75764 h 767764"/>
                <a:gd name="connsiteX1" fmla="*/ 403324 w 906619"/>
                <a:gd name="connsiteY1" fmla="*/ 622499 h 767764"/>
                <a:gd name="connsiteX2" fmla="*/ 14418 w 906619"/>
                <a:gd name="connsiteY2" fmla="*/ 588686 h 767764"/>
                <a:gd name="connsiteX3" fmla="*/ 335697 w 906619"/>
                <a:gd name="connsiteY3" fmla="*/ 766327 h 767764"/>
                <a:gd name="connsiteX4" fmla="*/ 871954 w 906619"/>
                <a:gd name="connsiteY4" fmla="*/ 441239 h 767764"/>
                <a:gd name="connsiteX5" fmla="*/ 820424 w 906619"/>
                <a:gd name="connsiteY5" fmla="*/ 75764 h 7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619" h="767764">
                  <a:moveTo>
                    <a:pt x="820424" y="75764"/>
                  </a:moveTo>
                  <a:cubicBezTo>
                    <a:pt x="820424" y="75764"/>
                    <a:pt x="774990" y="569064"/>
                    <a:pt x="403324" y="622499"/>
                  </a:cubicBezTo>
                  <a:cubicBezTo>
                    <a:pt x="262449" y="633739"/>
                    <a:pt x="82046" y="594305"/>
                    <a:pt x="14418" y="588686"/>
                  </a:cubicBezTo>
                  <a:cubicBezTo>
                    <a:pt x="-53209" y="583066"/>
                    <a:pt x="127671" y="750992"/>
                    <a:pt x="335697" y="766327"/>
                  </a:cubicBezTo>
                  <a:cubicBezTo>
                    <a:pt x="512195" y="779376"/>
                    <a:pt x="793087" y="706129"/>
                    <a:pt x="871954" y="441239"/>
                  </a:cubicBezTo>
                  <a:cubicBezTo>
                    <a:pt x="950916" y="176348"/>
                    <a:pt x="878145" y="-150264"/>
                    <a:pt x="820424" y="757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  <a:effectLst>
              <a:softEdge rad="342900"/>
            </a:effectLst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28CCCE9-45EB-A786-E7B2-6E34F7122C9F}"/>
                </a:ext>
              </a:extLst>
            </p:cNvPr>
            <p:cNvSpPr/>
            <p:nvPr/>
          </p:nvSpPr>
          <p:spPr>
            <a:xfrm rot="5889877">
              <a:off x="6233816" y="1405354"/>
              <a:ext cx="3522510" cy="2983012"/>
            </a:xfrm>
            <a:custGeom>
              <a:avLst/>
              <a:gdLst>
                <a:gd name="connsiteX0" fmla="*/ 820424 w 906619"/>
                <a:gd name="connsiteY0" fmla="*/ 75764 h 767764"/>
                <a:gd name="connsiteX1" fmla="*/ 403324 w 906619"/>
                <a:gd name="connsiteY1" fmla="*/ 622499 h 767764"/>
                <a:gd name="connsiteX2" fmla="*/ 14418 w 906619"/>
                <a:gd name="connsiteY2" fmla="*/ 588686 h 767764"/>
                <a:gd name="connsiteX3" fmla="*/ 335697 w 906619"/>
                <a:gd name="connsiteY3" fmla="*/ 766327 h 767764"/>
                <a:gd name="connsiteX4" fmla="*/ 871954 w 906619"/>
                <a:gd name="connsiteY4" fmla="*/ 441239 h 767764"/>
                <a:gd name="connsiteX5" fmla="*/ 820424 w 906619"/>
                <a:gd name="connsiteY5" fmla="*/ 75764 h 767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6619" h="767764">
                  <a:moveTo>
                    <a:pt x="820424" y="75764"/>
                  </a:moveTo>
                  <a:cubicBezTo>
                    <a:pt x="820424" y="75764"/>
                    <a:pt x="774990" y="569064"/>
                    <a:pt x="403324" y="622499"/>
                  </a:cubicBezTo>
                  <a:cubicBezTo>
                    <a:pt x="262449" y="633739"/>
                    <a:pt x="82046" y="594305"/>
                    <a:pt x="14418" y="588686"/>
                  </a:cubicBezTo>
                  <a:cubicBezTo>
                    <a:pt x="-53209" y="583066"/>
                    <a:pt x="127671" y="750992"/>
                    <a:pt x="335697" y="766327"/>
                  </a:cubicBezTo>
                  <a:cubicBezTo>
                    <a:pt x="512195" y="779376"/>
                    <a:pt x="793087" y="706129"/>
                    <a:pt x="871954" y="441239"/>
                  </a:cubicBezTo>
                  <a:cubicBezTo>
                    <a:pt x="950916" y="176348"/>
                    <a:pt x="878145" y="-150264"/>
                    <a:pt x="820424" y="757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  <a:effectLst>
              <a:softEdge rad="317500"/>
            </a:effectLst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73129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28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B0F2C"/>
      </a:accent1>
      <a:accent2>
        <a:srgbClr val="AF1EA0"/>
      </a:accent2>
      <a:accent3>
        <a:srgbClr val="33FFF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824">
      <a:majorFont>
        <a:latin typeface="Poppins Semi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591</TotalTime>
  <Words>1411</Words>
  <Application>Microsoft Office PowerPoint</Application>
  <PresentationFormat>Widescreen</PresentationFormat>
  <Paragraphs>610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Manrope</vt:lpstr>
      <vt:lpstr>Montserrat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Omer Alvi</dc:creator>
  <cp:lastModifiedBy>Muhammad Uzair</cp:lastModifiedBy>
  <cp:revision>16</cp:revision>
  <dcterms:created xsi:type="dcterms:W3CDTF">2025-11-19T12:24:35Z</dcterms:created>
  <dcterms:modified xsi:type="dcterms:W3CDTF">2025-11-21T18:40:26Z</dcterms:modified>
</cp:coreProperties>
</file>